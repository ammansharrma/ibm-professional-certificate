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3"/>
  </p:notesMasterIdLst>
  <p:handoutMasterIdLst>
    <p:handoutMasterId r:id="rId54"/>
  </p:handoutMasterIdLst>
  <p:sldIdLst>
    <p:sldId id="327" r:id="rId5"/>
    <p:sldId id="330" r:id="rId6"/>
    <p:sldId id="331" r:id="rId7"/>
    <p:sldId id="332" r:id="rId8"/>
    <p:sldId id="298" r:id="rId9"/>
    <p:sldId id="262" r:id="rId10"/>
    <p:sldId id="263" r:id="rId11"/>
    <p:sldId id="299" r:id="rId12"/>
    <p:sldId id="302" r:id="rId13"/>
    <p:sldId id="264" r:id="rId14"/>
    <p:sldId id="266" r:id="rId15"/>
    <p:sldId id="265" r:id="rId16"/>
    <p:sldId id="276" r:id="rId17"/>
    <p:sldId id="303" r:id="rId18"/>
    <p:sldId id="293" r:id="rId19"/>
    <p:sldId id="277" r:id="rId20"/>
    <p:sldId id="333" r:id="rId21"/>
    <p:sldId id="284" r:id="rId22"/>
    <p:sldId id="269" r:id="rId23"/>
    <p:sldId id="304" r:id="rId24"/>
    <p:sldId id="305" r:id="rId25"/>
    <p:sldId id="307" r:id="rId26"/>
    <p:sldId id="306" r:id="rId27"/>
    <p:sldId id="308" r:id="rId28"/>
    <p:sldId id="270" r:id="rId29"/>
    <p:sldId id="309" r:id="rId30"/>
    <p:sldId id="310" r:id="rId31"/>
    <p:sldId id="311" r:id="rId32"/>
    <p:sldId id="312" r:id="rId33"/>
    <p:sldId id="314" r:id="rId34"/>
    <p:sldId id="313" r:id="rId35"/>
    <p:sldId id="315" r:id="rId36"/>
    <p:sldId id="316" r:id="rId37"/>
    <p:sldId id="317" r:id="rId38"/>
    <p:sldId id="294" r:id="rId39"/>
    <p:sldId id="322" r:id="rId40"/>
    <p:sldId id="323" r:id="rId41"/>
    <p:sldId id="324" r:id="rId42"/>
    <p:sldId id="321" r:id="rId43"/>
    <p:sldId id="296" r:id="rId44"/>
    <p:sldId id="318" r:id="rId45"/>
    <p:sldId id="319" r:id="rId46"/>
    <p:sldId id="288" r:id="rId47"/>
    <p:sldId id="289" r:id="rId48"/>
    <p:sldId id="320" r:id="rId49"/>
    <p:sldId id="274" r:id="rId50"/>
    <p:sldId id="275" r:id="rId51"/>
    <p:sldId id="329" r:id="rId52"/>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8CA"/>
    <a:srgbClr val="0948CB"/>
    <a:srgbClr val="0B49CB"/>
    <a:srgbClr val="F2F4F8"/>
    <a:srgbClr val="1C7DDB"/>
    <a:srgbClr val="121619"/>
    <a:srgbClr val="F2F2F2"/>
    <a:srgbClr val="145579"/>
    <a:srgbClr val="3A6483"/>
    <a:srgbClr val="204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1"/>
    <p:restoredTop sz="85174"/>
  </p:normalViewPr>
  <p:slideViewPr>
    <p:cSldViewPr snapToGrid="0" snapToObjects="1">
      <p:cViewPr>
        <p:scale>
          <a:sx n="66" d="100"/>
          <a:sy n="66" d="100"/>
        </p:scale>
        <p:origin x="48" y="7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10/17/2024</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10/17/2024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3604619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47</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10/17/2024</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en.wikipedia.org/wiki/List_of_Falcon/_9/_and_Falcon_Heavy_launches" TargetMode="External"/><Relationship Id="rId4" Type="http://schemas.openxmlformats.org/officeDocument/2006/relationships/hyperlink" Target="https://api.spacexdata.com/v4/rocket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api.spacexdata.com/v4/rockets/"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hyperlink" Target="https://en.wikipedia.org/wiki/List_of_Falcon/_9/_and_Falcon_Heavy_launche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hyperlink" Target="https://github.com/tflores/applied-data-science-capstone/blob/master/EDA%20with%20Data%20Visualization.ipynb"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tflores/applied-data-science-capstone/blob/d232d76932163635b072952f121a8d70286e0d84/spacex_dash_app.py"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github.com/tflores/applied-data-science-capstone/blob/d232d76932163635b072952f121a8d70286e0d84/Machine%20Learning%20Prediction.ipynb" TargetMode="External"/><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jpg"/></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1.jpg"/><Relationship Id="rId7" Type="http://schemas.openxmlformats.org/officeDocument/2006/relationships/image" Target="../media/image35.jp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jp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978604"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Aamaan </a:t>
            </a:r>
            <a:r>
              <a:rPr lang="en-US" dirty="0" err="1">
                <a:solidFill>
                  <a:schemeClr val="bg2"/>
                </a:solidFill>
                <a:latin typeface="Abadi"/>
                <a:ea typeface="SF Pro" pitchFamily="2" charset="0"/>
                <a:cs typeface="SF Pro" pitchFamily="2" charset="0"/>
              </a:rPr>
              <a:t>Ssanjay</a:t>
            </a:r>
            <a:r>
              <a:rPr lang="en-US" dirty="0">
                <a:solidFill>
                  <a:schemeClr val="bg2"/>
                </a:solidFill>
                <a:latin typeface="Abadi"/>
                <a:ea typeface="SF Pro" pitchFamily="2" charset="0"/>
                <a:cs typeface="SF Pro" pitchFamily="2" charset="0"/>
              </a:rPr>
              <a:t> Sharrma</a:t>
            </a:r>
          </a:p>
          <a:p>
            <a:r>
              <a:rPr lang="en-US" dirty="0">
                <a:solidFill>
                  <a:schemeClr val="bg2"/>
                </a:solidFill>
                <a:latin typeface="Abadi"/>
                <a:ea typeface="SF Pro" pitchFamily="2" charset="0"/>
                <a:cs typeface="SF Pro" pitchFamily="2" charset="0"/>
              </a:rPr>
              <a:t>18-Oct-2024</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903" y="1654629"/>
            <a:ext cx="9849005" cy="4011653"/>
          </a:xfrm>
          <a:prstGeom prst="rect">
            <a:avLst/>
          </a:prstGeom>
        </p:spPr>
        <p:txBody>
          <a:bodyPr lIns="91440" tIns="45720" rIns="91440" bIns="45720" anchor="t">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1400"/>
              </a:spcBef>
              <a:buNone/>
            </a:pPr>
            <a:r>
              <a:rPr lang="en-US" sz="2000" b="1" dirty="0">
                <a:solidFill>
                  <a:schemeClr val="tx1"/>
                </a:solidFill>
              </a:rPr>
              <a:t>The following methodologies were used to analyze data: </a:t>
            </a:r>
          </a:p>
          <a:p>
            <a:pPr marL="0" indent="0">
              <a:lnSpc>
                <a:spcPct val="100000"/>
              </a:lnSpc>
              <a:spcBef>
                <a:spcPts val="1400"/>
              </a:spcBef>
              <a:buNone/>
            </a:pPr>
            <a:r>
              <a:rPr lang="en-US" sz="1600" dirty="0">
                <a:solidFill>
                  <a:schemeClr val="tx1"/>
                </a:solidFill>
              </a:rPr>
              <a:t>• Data Collection using web scraping and SpaceX API.</a:t>
            </a:r>
          </a:p>
          <a:p>
            <a:pPr marL="0" indent="0">
              <a:lnSpc>
                <a:spcPct val="100000"/>
              </a:lnSpc>
              <a:spcBef>
                <a:spcPts val="1400"/>
              </a:spcBef>
              <a:buNone/>
            </a:pPr>
            <a:r>
              <a:rPr lang="en-US" sz="1600" dirty="0">
                <a:solidFill>
                  <a:schemeClr val="tx1"/>
                </a:solidFill>
              </a:rPr>
              <a:t> • Exploratory Data Analysis (EDA), including data wrangling, data visualization and interactive visual analytics.</a:t>
            </a:r>
          </a:p>
          <a:p>
            <a:pPr marL="0" indent="0">
              <a:lnSpc>
                <a:spcPct val="100000"/>
              </a:lnSpc>
              <a:spcBef>
                <a:spcPts val="1400"/>
              </a:spcBef>
              <a:buNone/>
            </a:pPr>
            <a:r>
              <a:rPr lang="en-US" sz="1600" dirty="0">
                <a:solidFill>
                  <a:schemeClr val="tx1"/>
                </a:solidFill>
              </a:rPr>
              <a:t> • Machine Learning Prediction. </a:t>
            </a:r>
          </a:p>
          <a:p>
            <a:pPr marL="0" indent="0">
              <a:lnSpc>
                <a:spcPct val="100000"/>
              </a:lnSpc>
              <a:spcBef>
                <a:spcPts val="1400"/>
              </a:spcBef>
              <a:buNone/>
            </a:pPr>
            <a:endParaRPr lang="en-US" sz="1600" dirty="0">
              <a:solidFill>
                <a:schemeClr val="tx1"/>
              </a:solidFill>
            </a:endParaRPr>
          </a:p>
          <a:p>
            <a:pPr marL="0" indent="0">
              <a:lnSpc>
                <a:spcPct val="100000"/>
              </a:lnSpc>
              <a:spcBef>
                <a:spcPts val="1400"/>
              </a:spcBef>
              <a:buNone/>
            </a:pPr>
            <a:r>
              <a:rPr lang="en-US" sz="2000" b="1" dirty="0">
                <a:solidFill>
                  <a:schemeClr val="tx1"/>
                </a:solidFill>
              </a:rPr>
              <a:t>Summary of all results</a:t>
            </a:r>
          </a:p>
          <a:p>
            <a:pPr marL="0" indent="0">
              <a:lnSpc>
                <a:spcPct val="100000"/>
              </a:lnSpc>
              <a:spcBef>
                <a:spcPts val="1400"/>
              </a:spcBef>
              <a:buNone/>
            </a:pPr>
            <a:r>
              <a:rPr lang="en-US" sz="1600" dirty="0">
                <a:solidFill>
                  <a:schemeClr val="tx1"/>
                </a:solidFill>
              </a:rPr>
              <a:t> • It was possible to collected valuable data from public sources.</a:t>
            </a:r>
          </a:p>
          <a:p>
            <a:pPr marL="0" indent="0">
              <a:lnSpc>
                <a:spcPct val="100000"/>
              </a:lnSpc>
              <a:spcBef>
                <a:spcPts val="1400"/>
              </a:spcBef>
              <a:buNone/>
            </a:pPr>
            <a:r>
              <a:rPr lang="en-US" sz="1600" dirty="0">
                <a:solidFill>
                  <a:schemeClr val="tx1"/>
                </a:solidFill>
              </a:rPr>
              <a:t> • EDA allowed to identify which features are the best to predict success of launchings.</a:t>
            </a:r>
          </a:p>
          <a:p>
            <a:pPr marL="0" indent="0">
              <a:lnSpc>
                <a:spcPct val="100000"/>
              </a:lnSpc>
              <a:spcBef>
                <a:spcPts val="1400"/>
              </a:spcBef>
              <a:buNone/>
            </a:pPr>
            <a:r>
              <a:rPr lang="en-US" sz="1600" dirty="0">
                <a:solidFill>
                  <a:schemeClr val="tx1"/>
                </a:solidFill>
              </a:rPr>
              <a:t> • Machine Learning Prediction showed the best model to predict which characteristics are important to drive this opportunity by the best way, using all collected data.</a:t>
            </a:r>
            <a:endParaRPr lang="en-US" sz="2200" dirty="0">
              <a:solidFill>
                <a:schemeClr val="tx1"/>
              </a:solidFill>
              <a:latin typeface="Abadi" panose="020B0604020104020204" pitchFamily="34" charset="0"/>
            </a:endParaRP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6" y="2097201"/>
            <a:ext cx="10399486" cy="26635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Bef>
                <a:spcPts val="1400"/>
              </a:spcBef>
              <a:buNone/>
            </a:pPr>
            <a:r>
              <a:rPr lang="en-US" sz="1600" b="1" dirty="0">
                <a:solidFill>
                  <a:schemeClr val="tx1"/>
                </a:solidFill>
              </a:rPr>
              <a:t>1. The objective is to evaluate the viability of the new company Space Y to compete with Space X.</a:t>
            </a:r>
          </a:p>
          <a:p>
            <a:pPr marL="0" indent="0">
              <a:spcBef>
                <a:spcPts val="1400"/>
              </a:spcBef>
              <a:buNone/>
            </a:pPr>
            <a:r>
              <a:rPr lang="en-US" sz="1600" b="1" dirty="0">
                <a:solidFill>
                  <a:schemeClr val="tx1"/>
                </a:solidFill>
              </a:rPr>
              <a:t>2. Desirable answers: </a:t>
            </a:r>
          </a:p>
          <a:p>
            <a:pPr marL="0" indent="0">
              <a:spcBef>
                <a:spcPts val="1400"/>
              </a:spcBef>
              <a:buNone/>
            </a:pPr>
            <a:r>
              <a:rPr lang="en-US" sz="1600" dirty="0">
                <a:solidFill>
                  <a:schemeClr val="tx1"/>
                </a:solidFill>
              </a:rPr>
              <a:t>         • The best way to estimate the total cost for launches, by predicting successful landings of the first stage of rockets.</a:t>
            </a:r>
          </a:p>
          <a:p>
            <a:pPr marL="0" indent="0">
              <a:spcBef>
                <a:spcPts val="1400"/>
              </a:spcBef>
              <a:buNone/>
            </a:pPr>
            <a:r>
              <a:rPr lang="en-US" sz="1600" dirty="0">
                <a:solidFill>
                  <a:schemeClr val="tx1"/>
                </a:solidFill>
              </a:rPr>
              <a:t>         • Where is the best place to make launches.</a:t>
            </a:r>
            <a:endParaRPr lang="en-US" sz="2200" dirty="0">
              <a:solidFill>
                <a:schemeClr val="tx1"/>
              </a:solidFill>
              <a:latin typeface="Abadi" panose="020B0604020104020204" pitchFamily="34" charset="0"/>
            </a:endParaRP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349830"/>
            <a:ext cx="10104817" cy="5077382"/>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70000"/>
              </a:lnSpc>
              <a:spcBef>
                <a:spcPts val="1400"/>
              </a:spcBef>
              <a:buNone/>
            </a:pPr>
            <a:r>
              <a:rPr lang="en-US" sz="2400" dirty="0">
                <a:solidFill>
                  <a:srgbClr val="0B49CB"/>
                </a:solidFill>
                <a:latin typeface="Abadi"/>
              </a:rPr>
              <a:t>Executive Summary</a:t>
            </a:r>
          </a:p>
          <a:p>
            <a:pPr marL="0" indent="0">
              <a:lnSpc>
                <a:spcPct val="70000"/>
              </a:lnSpc>
              <a:spcBef>
                <a:spcPts val="1400"/>
              </a:spcBef>
              <a:buNone/>
            </a:pPr>
            <a:r>
              <a:rPr lang="en-US" sz="2400" dirty="0">
                <a:solidFill>
                  <a:schemeClr val="accent3">
                    <a:lumMod val="25000"/>
                  </a:schemeClr>
                </a:solidFill>
                <a:latin typeface="Abadi"/>
              </a:rPr>
              <a:t>1. Data collection methodology:</a:t>
            </a:r>
          </a:p>
          <a:p>
            <a:pPr marL="0" indent="0">
              <a:lnSpc>
                <a:spcPct val="70000"/>
              </a:lnSpc>
              <a:spcBef>
                <a:spcPts val="1400"/>
              </a:spcBef>
              <a:buNone/>
            </a:pPr>
            <a:r>
              <a:rPr lang="en-US" sz="2400" dirty="0">
                <a:solidFill>
                  <a:schemeClr val="accent3">
                    <a:lumMod val="25000"/>
                  </a:schemeClr>
                </a:solidFill>
                <a:latin typeface="Abadi"/>
              </a:rPr>
              <a:t>     </a:t>
            </a:r>
            <a:r>
              <a:rPr lang="en-US" sz="1600" dirty="0"/>
              <a:t>Data from Space X was obtained from 2 sources:</a:t>
            </a:r>
          </a:p>
          <a:p>
            <a:pPr marL="0" indent="0">
              <a:lnSpc>
                <a:spcPct val="70000"/>
              </a:lnSpc>
              <a:spcBef>
                <a:spcPts val="1400"/>
              </a:spcBef>
              <a:buNone/>
            </a:pPr>
            <a:r>
              <a:rPr lang="en-US" sz="1600" dirty="0"/>
              <a:t> 	• Space X API (</a:t>
            </a:r>
            <a:r>
              <a:rPr lang="en-US" sz="1600" dirty="0">
                <a:hlinkClick r:id="rId4"/>
              </a:rPr>
              <a:t>https://api.spacexdata.com/v4/rockets/</a:t>
            </a:r>
            <a:r>
              <a:rPr lang="en-US" sz="1600" dirty="0"/>
              <a:t>) and </a:t>
            </a:r>
            <a:r>
              <a:rPr lang="en-US" sz="1600" dirty="0" err="1"/>
              <a:t>WebScraping</a:t>
            </a:r>
            <a:r>
              <a:rPr lang="en-US" sz="1600" dirty="0"/>
              <a:t> 	(</a:t>
            </a:r>
            <a:r>
              <a:rPr lang="en-US" sz="1600" dirty="0">
                <a:hlinkClick r:id="rId5"/>
              </a:rPr>
              <a:t>https://en.wikipedia.org/wiki/List_of_Falcon/_9/_and_Falcon_Heavy_launches</a:t>
            </a:r>
            <a:r>
              <a:rPr lang="en-US" sz="1600" dirty="0"/>
              <a:t>)</a:t>
            </a:r>
          </a:p>
          <a:p>
            <a:pPr marL="0" indent="0">
              <a:lnSpc>
                <a:spcPct val="70000"/>
              </a:lnSpc>
              <a:spcBef>
                <a:spcPts val="1400"/>
              </a:spcBef>
              <a:buNone/>
            </a:pPr>
            <a:r>
              <a:rPr lang="en-US" sz="2400" dirty="0">
                <a:solidFill>
                  <a:schemeClr val="accent3">
                    <a:lumMod val="25000"/>
                  </a:schemeClr>
                </a:solidFill>
                <a:latin typeface="Abadi"/>
              </a:rPr>
              <a:t>2</a:t>
            </a:r>
            <a:r>
              <a:rPr lang="en-US" sz="1600" dirty="0">
                <a:solidFill>
                  <a:schemeClr val="accent3">
                    <a:lumMod val="25000"/>
                  </a:schemeClr>
                </a:solidFill>
                <a:latin typeface="Abadi"/>
              </a:rPr>
              <a:t>. </a:t>
            </a:r>
            <a:r>
              <a:rPr lang="en-US" sz="2400" dirty="0">
                <a:solidFill>
                  <a:schemeClr val="accent3">
                    <a:lumMod val="25000"/>
                  </a:schemeClr>
                </a:solidFill>
                <a:latin typeface="Abadi"/>
              </a:rPr>
              <a:t>Perform data wrangling</a:t>
            </a:r>
          </a:p>
          <a:p>
            <a:pPr marL="0" indent="0">
              <a:lnSpc>
                <a:spcPct val="70000"/>
              </a:lnSpc>
              <a:spcBef>
                <a:spcPts val="1400"/>
              </a:spcBef>
              <a:buNone/>
            </a:pPr>
            <a:r>
              <a:rPr lang="en-US" sz="1600" dirty="0"/>
              <a:t>	• Collected data was enriched by creating a landing outcome label based on outcome data after summarizing 	and analyzing features</a:t>
            </a:r>
          </a:p>
          <a:p>
            <a:pPr marL="0" indent="0">
              <a:lnSpc>
                <a:spcPct val="70000"/>
              </a:lnSpc>
              <a:spcBef>
                <a:spcPts val="1400"/>
              </a:spcBef>
              <a:buNone/>
            </a:pPr>
            <a:r>
              <a:rPr lang="en-US" sz="2400" dirty="0">
                <a:solidFill>
                  <a:schemeClr val="accent3">
                    <a:lumMod val="25000"/>
                  </a:schemeClr>
                </a:solidFill>
                <a:latin typeface="Abadi"/>
              </a:rPr>
              <a:t>3. Perform exploratory data analysis (EDA) using visualization and SQL</a:t>
            </a:r>
          </a:p>
          <a:p>
            <a:pPr marL="0" indent="0">
              <a:lnSpc>
                <a:spcPct val="70000"/>
              </a:lnSpc>
              <a:spcBef>
                <a:spcPts val="1400"/>
              </a:spcBef>
              <a:buNone/>
            </a:pPr>
            <a:r>
              <a:rPr lang="en-US" sz="2400" dirty="0">
                <a:solidFill>
                  <a:schemeClr val="accent3">
                    <a:lumMod val="25000"/>
                  </a:schemeClr>
                </a:solidFill>
                <a:latin typeface="Abadi"/>
              </a:rPr>
              <a:t>4. Perform interactive visual analytics using Folium and </a:t>
            </a:r>
            <a:r>
              <a:rPr lang="en-US" sz="2400" dirty="0" err="1">
                <a:solidFill>
                  <a:schemeClr val="accent3">
                    <a:lumMod val="25000"/>
                  </a:schemeClr>
                </a:solidFill>
                <a:latin typeface="Abadi"/>
              </a:rPr>
              <a:t>Plotly</a:t>
            </a:r>
            <a:r>
              <a:rPr lang="en-US" sz="2400" dirty="0">
                <a:solidFill>
                  <a:schemeClr val="accent3">
                    <a:lumMod val="25000"/>
                  </a:schemeClr>
                </a:solidFill>
                <a:latin typeface="Abadi"/>
              </a:rPr>
              <a:t> Dash</a:t>
            </a:r>
          </a:p>
          <a:p>
            <a:pPr marL="0" indent="0">
              <a:lnSpc>
                <a:spcPct val="70000"/>
              </a:lnSpc>
              <a:spcBef>
                <a:spcPts val="1400"/>
              </a:spcBef>
              <a:buNone/>
            </a:pPr>
            <a:r>
              <a:rPr lang="en-US" sz="2400" dirty="0">
                <a:solidFill>
                  <a:schemeClr val="accent3">
                    <a:lumMod val="25000"/>
                  </a:schemeClr>
                </a:solidFill>
                <a:latin typeface="Abadi"/>
              </a:rPr>
              <a:t>5. Perform predictive analysis using classification models</a:t>
            </a:r>
          </a:p>
          <a:p>
            <a:pPr marL="0" indent="0">
              <a:lnSpc>
                <a:spcPct val="70000"/>
              </a:lnSpc>
              <a:spcBef>
                <a:spcPts val="1400"/>
              </a:spcBef>
              <a:buNone/>
            </a:pPr>
            <a:r>
              <a:rPr lang="en-US" sz="1600" dirty="0"/>
              <a:t>	1. Data that was collected until this step were normalized, divided in training and test data sets and evaluated 	by four different classification models, being the accuracy of each model evaluated using different 	combinations of parameters. </a:t>
            </a:r>
            <a:endParaRPr lang="en-US" sz="2400" dirty="0">
              <a:solidFill>
                <a:schemeClr val="accent3">
                  <a:lumMod val="25000"/>
                </a:schemeClr>
              </a:solidFill>
              <a:latin typeface="Abadi"/>
            </a:endParaRPr>
          </a:p>
          <a:p>
            <a:pPr>
              <a:lnSpc>
                <a:spcPct val="70000"/>
              </a:lnSpc>
              <a:spcBef>
                <a:spcPts val="1400"/>
              </a:spcBef>
            </a:pPr>
            <a:endParaRPr lang="en-US" sz="2200" dirty="0">
              <a:solidFill>
                <a:schemeClr val="accent3">
                  <a:lumMod val="25000"/>
                </a:schemeClr>
              </a:solidFill>
              <a:latin typeface="Abadi"/>
            </a:endParaRPr>
          </a:p>
          <a:p>
            <a:pPr marL="0" indent="0">
              <a:lnSpc>
                <a:spcPct val="70000"/>
              </a:lnSpc>
              <a:spcBef>
                <a:spcPts val="1400"/>
              </a:spcBef>
              <a:buNone/>
            </a:pPr>
            <a:endParaRPr lang="en-US" sz="2200" dirty="0">
              <a:solidFill>
                <a:schemeClr val="accent3">
                  <a:lumMod val="25000"/>
                </a:schemeClr>
              </a:solidFill>
              <a:latin typeface="Abadi"/>
            </a:endParaRPr>
          </a:p>
          <a:p>
            <a:pPr>
              <a:lnSpc>
                <a:spcPct val="70000"/>
              </a:lnSpc>
              <a:spcBef>
                <a:spcPts val="1400"/>
              </a:spcBef>
            </a:pPr>
            <a:endParaRPr lang="en-US" sz="2200" dirty="0">
              <a:solidFill>
                <a:schemeClr val="accent3">
                  <a:lumMod val="25000"/>
                </a:schemeClr>
              </a:solidFill>
              <a:latin typeface="Abadi"/>
            </a:endParaRPr>
          </a:p>
          <a:p>
            <a:pPr>
              <a:lnSpc>
                <a:spcPct val="7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
        <p:nvSpPr>
          <p:cNvPr id="2" name="object 2">
            <a:extLst>
              <a:ext uri="{FF2B5EF4-FFF2-40B4-BE49-F238E27FC236}">
                <a16:creationId xmlns:a16="http://schemas.microsoft.com/office/drawing/2014/main" id="{8A6DBE7B-4B0A-0063-51B4-3CD3ED3FEF7B}"/>
              </a:ext>
            </a:extLst>
          </p:cNvPr>
          <p:cNvSpPr txBox="1"/>
          <p:nvPr/>
        </p:nvSpPr>
        <p:spPr>
          <a:xfrm>
            <a:off x="927808" y="1853884"/>
            <a:ext cx="10200005" cy="1367155"/>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2200" spc="-65" dirty="0">
                <a:solidFill>
                  <a:srgbClr val="292929"/>
                </a:solidFill>
                <a:latin typeface="Microsoft Sans Serif"/>
                <a:cs typeface="Microsoft Sans Serif"/>
              </a:rPr>
              <a:t>Data</a:t>
            </a:r>
            <a:r>
              <a:rPr sz="2200" spc="55" dirty="0">
                <a:solidFill>
                  <a:srgbClr val="292929"/>
                </a:solidFill>
                <a:latin typeface="Microsoft Sans Serif"/>
                <a:cs typeface="Microsoft Sans Serif"/>
              </a:rPr>
              <a:t> </a:t>
            </a:r>
            <a:r>
              <a:rPr sz="2200" spc="-75" dirty="0">
                <a:solidFill>
                  <a:srgbClr val="292929"/>
                </a:solidFill>
                <a:latin typeface="Microsoft Sans Serif"/>
                <a:cs typeface="Microsoft Sans Serif"/>
              </a:rPr>
              <a:t>sets</a:t>
            </a:r>
            <a:r>
              <a:rPr sz="2200" spc="85"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collected</a:t>
            </a:r>
            <a:r>
              <a:rPr sz="2200" spc="85" dirty="0">
                <a:solidFill>
                  <a:srgbClr val="292929"/>
                </a:solidFill>
                <a:latin typeface="Microsoft Sans Serif"/>
                <a:cs typeface="Microsoft Sans Serif"/>
              </a:rPr>
              <a:t> </a:t>
            </a:r>
            <a:r>
              <a:rPr sz="2200" spc="-25" dirty="0">
                <a:solidFill>
                  <a:srgbClr val="292929"/>
                </a:solidFill>
                <a:latin typeface="Microsoft Sans Serif"/>
                <a:cs typeface="Microsoft Sans Serif"/>
              </a:rPr>
              <a:t>from</a:t>
            </a:r>
            <a:r>
              <a:rPr sz="2200" spc="65" dirty="0">
                <a:solidFill>
                  <a:srgbClr val="292929"/>
                </a:solidFill>
                <a:latin typeface="Microsoft Sans Serif"/>
                <a:cs typeface="Microsoft Sans Serif"/>
              </a:rPr>
              <a:t> </a:t>
            </a:r>
            <a:r>
              <a:rPr sz="2200" spc="-140" dirty="0">
                <a:solidFill>
                  <a:srgbClr val="292929"/>
                </a:solidFill>
                <a:latin typeface="Microsoft Sans Serif"/>
                <a:cs typeface="Microsoft Sans Serif"/>
              </a:rPr>
              <a:t>Space</a:t>
            </a:r>
            <a:r>
              <a:rPr sz="2200" spc="80" dirty="0">
                <a:solidFill>
                  <a:srgbClr val="292929"/>
                </a:solidFill>
                <a:latin typeface="Microsoft Sans Serif"/>
                <a:cs typeface="Microsoft Sans Serif"/>
              </a:rPr>
              <a:t> </a:t>
            </a:r>
            <a:r>
              <a:rPr sz="2200" spc="-210" dirty="0">
                <a:solidFill>
                  <a:srgbClr val="292929"/>
                </a:solidFill>
                <a:latin typeface="Microsoft Sans Serif"/>
                <a:cs typeface="Microsoft Sans Serif"/>
              </a:rPr>
              <a:t>X</a:t>
            </a:r>
            <a:r>
              <a:rPr sz="2200" spc="75" dirty="0">
                <a:solidFill>
                  <a:srgbClr val="292929"/>
                </a:solidFill>
                <a:latin typeface="Microsoft Sans Serif"/>
                <a:cs typeface="Microsoft Sans Serif"/>
              </a:rPr>
              <a:t> </a:t>
            </a:r>
            <a:r>
              <a:rPr sz="2200" spc="-145" dirty="0">
                <a:solidFill>
                  <a:srgbClr val="292929"/>
                </a:solidFill>
                <a:latin typeface="Microsoft Sans Serif"/>
                <a:cs typeface="Microsoft Sans Serif"/>
              </a:rPr>
              <a:t>API</a:t>
            </a:r>
            <a:r>
              <a:rPr sz="2200" spc="85" dirty="0">
                <a:solidFill>
                  <a:srgbClr val="292929"/>
                </a:solidFill>
                <a:latin typeface="Microsoft Sans Serif"/>
                <a:cs typeface="Microsoft Sans Serif"/>
              </a:rPr>
              <a:t> </a:t>
            </a:r>
            <a:r>
              <a:rPr sz="2200" spc="-30" dirty="0">
                <a:solidFill>
                  <a:srgbClr val="292929"/>
                </a:solidFill>
                <a:latin typeface="Microsoft Sans Serif"/>
                <a:cs typeface="Microsoft Sans Serif"/>
              </a:rPr>
              <a:t>(</a:t>
            </a:r>
            <a:r>
              <a:rPr sz="2200" u="sng" spc="-30" dirty="0">
                <a:solidFill>
                  <a:srgbClr val="292929"/>
                </a:solidFill>
                <a:uFill>
                  <a:solidFill>
                    <a:srgbClr val="292929"/>
                  </a:solidFill>
                </a:uFill>
                <a:latin typeface="Microsoft Sans Serif"/>
                <a:cs typeface="Microsoft Sans Serif"/>
                <a:hlinkClick r:id="rId3"/>
              </a:rPr>
              <a:t>https://api.spacexdata.com/v4/rockets/</a:t>
            </a:r>
            <a:r>
              <a:rPr sz="2200" spc="-30" dirty="0">
                <a:solidFill>
                  <a:srgbClr val="292929"/>
                </a:solidFill>
                <a:latin typeface="Microsoft Sans Serif"/>
                <a:cs typeface="Microsoft Sans Serif"/>
              </a:rPr>
              <a:t>) </a:t>
            </a:r>
            <a:r>
              <a:rPr sz="2200" spc="-57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65" dirty="0">
                <a:solidFill>
                  <a:srgbClr val="292929"/>
                </a:solidFill>
                <a:latin typeface="Microsoft Sans Serif"/>
                <a:cs typeface="Microsoft Sans Serif"/>
              </a:rPr>
              <a:t> </a:t>
            </a:r>
            <a:r>
              <a:rPr sz="2200" spc="-25" dirty="0">
                <a:solidFill>
                  <a:srgbClr val="292929"/>
                </a:solidFill>
                <a:latin typeface="Microsoft Sans Serif"/>
                <a:cs typeface="Microsoft Sans Serif"/>
              </a:rPr>
              <a:t>from</a:t>
            </a:r>
            <a:r>
              <a:rPr sz="2200" spc="55" dirty="0">
                <a:solidFill>
                  <a:srgbClr val="292929"/>
                </a:solidFill>
                <a:latin typeface="Microsoft Sans Serif"/>
                <a:cs typeface="Microsoft Sans Serif"/>
              </a:rPr>
              <a:t> </a:t>
            </a:r>
            <a:r>
              <a:rPr sz="2200" spc="-60" dirty="0">
                <a:solidFill>
                  <a:srgbClr val="292929"/>
                </a:solidFill>
                <a:latin typeface="Microsoft Sans Serif"/>
                <a:cs typeface="Microsoft Sans Serif"/>
              </a:rPr>
              <a:t>Wikipedia </a:t>
            </a:r>
            <a:r>
              <a:rPr sz="2200" spc="-55" dirty="0">
                <a:solidFill>
                  <a:srgbClr val="292929"/>
                </a:solidFill>
                <a:latin typeface="Microsoft Sans Serif"/>
                <a:cs typeface="Microsoft Sans Serif"/>
              </a:rPr>
              <a:t> </a:t>
            </a:r>
            <a:r>
              <a:rPr sz="2200" spc="-45" dirty="0">
                <a:solidFill>
                  <a:srgbClr val="292929"/>
                </a:solidFill>
                <a:latin typeface="Microsoft Sans Serif"/>
                <a:cs typeface="Microsoft Sans Serif"/>
              </a:rPr>
              <a:t>(</a:t>
            </a:r>
            <a:r>
              <a:rPr sz="2200" u="sng" spc="-45" dirty="0">
                <a:solidFill>
                  <a:srgbClr val="292929"/>
                </a:solidFill>
                <a:uFill>
                  <a:solidFill>
                    <a:srgbClr val="292929"/>
                  </a:solidFill>
                </a:uFill>
                <a:latin typeface="Microsoft Sans Serif"/>
                <a:cs typeface="Microsoft Sans Serif"/>
                <a:hlinkClick r:id="rId4"/>
              </a:rPr>
              <a:t>https://en.wikipedia.org/wiki/List_of_Falcon/_9/_and_Falcon_Heavy_launches</a:t>
            </a:r>
            <a:r>
              <a:rPr sz="2200" spc="-45" dirty="0">
                <a:solidFill>
                  <a:srgbClr val="292929"/>
                </a:solidFill>
                <a:latin typeface="Microsoft Sans Serif"/>
                <a:cs typeface="Microsoft Sans Serif"/>
              </a:rPr>
              <a:t>), </a:t>
            </a:r>
            <a:r>
              <a:rPr sz="2200" spc="-40" dirty="0">
                <a:solidFill>
                  <a:srgbClr val="292929"/>
                </a:solidFill>
                <a:latin typeface="Microsoft Sans Serif"/>
                <a:cs typeface="Microsoft Sans Serif"/>
              </a:rPr>
              <a:t> </a:t>
            </a:r>
            <a:r>
              <a:rPr sz="2200" spc="-50" dirty="0">
                <a:solidFill>
                  <a:srgbClr val="292929"/>
                </a:solidFill>
                <a:latin typeface="Microsoft Sans Serif"/>
                <a:cs typeface="Microsoft Sans Serif"/>
              </a:rPr>
              <a:t>using</a:t>
            </a:r>
            <a:r>
              <a:rPr sz="2200" spc="90" dirty="0">
                <a:solidFill>
                  <a:srgbClr val="292929"/>
                </a:solidFill>
                <a:latin typeface="Microsoft Sans Serif"/>
                <a:cs typeface="Microsoft Sans Serif"/>
              </a:rPr>
              <a:t> </a:t>
            </a:r>
            <a:r>
              <a:rPr sz="2200" spc="-60" dirty="0">
                <a:solidFill>
                  <a:srgbClr val="292929"/>
                </a:solidFill>
                <a:latin typeface="Microsoft Sans Serif"/>
                <a:cs typeface="Microsoft Sans Serif"/>
              </a:rPr>
              <a:t>web</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scraping</a:t>
            </a:r>
            <a:r>
              <a:rPr sz="2200" spc="80" dirty="0">
                <a:solidFill>
                  <a:srgbClr val="292929"/>
                </a:solidFill>
                <a:latin typeface="Microsoft Sans Serif"/>
                <a:cs typeface="Microsoft Sans Serif"/>
              </a:rPr>
              <a:t> </a:t>
            </a:r>
            <a:r>
              <a:rPr sz="2200" spc="-80" dirty="0">
                <a:solidFill>
                  <a:srgbClr val="292929"/>
                </a:solidFill>
                <a:latin typeface="Microsoft Sans Serif"/>
                <a:cs typeface="Microsoft Sans Serif"/>
              </a:rPr>
              <a:t>technics.</a:t>
            </a:r>
            <a:endParaRPr sz="2200" dirty="0">
              <a:latin typeface="Microsoft Sans Serif"/>
              <a:cs typeface="Microsoft Sans Serif"/>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pic>
        <p:nvPicPr>
          <p:cNvPr id="2" name="object 5">
            <a:extLst>
              <a:ext uri="{FF2B5EF4-FFF2-40B4-BE49-F238E27FC236}">
                <a16:creationId xmlns:a16="http://schemas.microsoft.com/office/drawing/2014/main" id="{26E2336D-36AE-8786-F8FB-69E4C5A561A6}"/>
              </a:ext>
            </a:extLst>
          </p:cNvPr>
          <p:cNvPicPr/>
          <p:nvPr/>
        </p:nvPicPr>
        <p:blipFill>
          <a:blip r:embed="rId3" cstate="print"/>
          <a:stretch>
            <a:fillRect/>
          </a:stretch>
        </p:blipFill>
        <p:spPr>
          <a:xfrm>
            <a:off x="7680959" y="1785607"/>
            <a:ext cx="1917953" cy="1077226"/>
          </a:xfrm>
          <a:prstGeom prst="rect">
            <a:avLst/>
          </a:prstGeom>
        </p:spPr>
      </p:pic>
      <p:grpSp>
        <p:nvGrpSpPr>
          <p:cNvPr id="7" name="object 7">
            <a:extLst>
              <a:ext uri="{FF2B5EF4-FFF2-40B4-BE49-F238E27FC236}">
                <a16:creationId xmlns:a16="http://schemas.microsoft.com/office/drawing/2014/main" id="{68D8DB27-B4B3-2DCE-564C-572A5C47FAB6}"/>
              </a:ext>
            </a:extLst>
          </p:cNvPr>
          <p:cNvGrpSpPr/>
          <p:nvPr/>
        </p:nvGrpSpPr>
        <p:grpSpPr>
          <a:xfrm>
            <a:off x="7680959" y="2900654"/>
            <a:ext cx="1918335" cy="1537335"/>
            <a:chOff x="7680959" y="2900654"/>
            <a:chExt cx="1918335" cy="1537335"/>
          </a:xfrm>
        </p:grpSpPr>
        <p:pic>
          <p:nvPicPr>
            <p:cNvPr id="8" name="object 8">
              <a:extLst>
                <a:ext uri="{FF2B5EF4-FFF2-40B4-BE49-F238E27FC236}">
                  <a16:creationId xmlns:a16="http://schemas.microsoft.com/office/drawing/2014/main" id="{AEA5DA49-0E71-5FF9-3196-612214BE9C0C}"/>
                </a:ext>
              </a:extLst>
            </p:cNvPr>
            <p:cNvPicPr/>
            <p:nvPr/>
          </p:nvPicPr>
          <p:blipFill>
            <a:blip r:embed="rId4" cstate="print"/>
            <a:stretch>
              <a:fillRect/>
            </a:stretch>
          </p:blipFill>
          <p:spPr>
            <a:xfrm>
              <a:off x="8389619" y="2900654"/>
              <a:ext cx="500633" cy="421919"/>
            </a:xfrm>
            <a:prstGeom prst="rect">
              <a:avLst/>
            </a:prstGeom>
          </p:spPr>
        </p:pic>
        <p:pic>
          <p:nvPicPr>
            <p:cNvPr id="9" name="object 9">
              <a:extLst>
                <a:ext uri="{FF2B5EF4-FFF2-40B4-BE49-F238E27FC236}">
                  <a16:creationId xmlns:a16="http://schemas.microsoft.com/office/drawing/2014/main" id="{1EAAC1A8-F503-7E95-FCA9-3340AD88B0F6}"/>
                </a:ext>
              </a:extLst>
            </p:cNvPr>
            <p:cNvPicPr/>
            <p:nvPr/>
          </p:nvPicPr>
          <p:blipFill>
            <a:blip r:embed="rId5" cstate="print"/>
            <a:stretch>
              <a:fillRect/>
            </a:stretch>
          </p:blipFill>
          <p:spPr>
            <a:xfrm>
              <a:off x="7680959" y="3357867"/>
              <a:ext cx="1917953" cy="1079766"/>
            </a:xfrm>
            <a:prstGeom prst="rect">
              <a:avLst/>
            </a:prstGeom>
          </p:spPr>
        </p:pic>
      </p:grpSp>
      <p:sp>
        <p:nvSpPr>
          <p:cNvPr id="10" name="object 10">
            <a:extLst>
              <a:ext uri="{FF2B5EF4-FFF2-40B4-BE49-F238E27FC236}">
                <a16:creationId xmlns:a16="http://schemas.microsoft.com/office/drawing/2014/main" id="{7949DE58-4643-7C16-EDEE-2CBC38C2B6F5}"/>
              </a:ext>
            </a:extLst>
          </p:cNvPr>
          <p:cNvSpPr txBox="1"/>
          <p:nvPr/>
        </p:nvSpPr>
        <p:spPr>
          <a:xfrm>
            <a:off x="7792084" y="3474973"/>
            <a:ext cx="1700530" cy="795020"/>
          </a:xfrm>
          <a:prstGeom prst="rect">
            <a:avLst/>
          </a:prstGeom>
        </p:spPr>
        <p:txBody>
          <a:bodyPr vert="horz" wrap="square" lIns="0" tIns="39369" rIns="0" bIns="0" rtlCol="0">
            <a:spAutoFit/>
          </a:bodyPr>
          <a:lstStyle/>
          <a:p>
            <a:pPr marL="12700" marR="5080" algn="ctr">
              <a:lnSpc>
                <a:spcPct val="90300"/>
              </a:lnSpc>
              <a:spcBef>
                <a:spcPts val="309"/>
              </a:spcBef>
            </a:pPr>
            <a:r>
              <a:rPr sz="1800" b="1" spc="-10" dirty="0">
                <a:solidFill>
                  <a:srgbClr val="FFFFFF"/>
                </a:solidFill>
                <a:latin typeface="Calibri"/>
                <a:cs typeface="Calibri"/>
              </a:rPr>
              <a:t>Filter</a:t>
            </a:r>
            <a:r>
              <a:rPr sz="1800" b="1" spc="-15" dirty="0">
                <a:solidFill>
                  <a:srgbClr val="FFFFFF"/>
                </a:solidFill>
                <a:latin typeface="Calibri"/>
                <a:cs typeface="Calibri"/>
              </a:rPr>
              <a:t> </a:t>
            </a:r>
            <a:r>
              <a:rPr sz="1800" b="1" spc="-20" dirty="0">
                <a:solidFill>
                  <a:srgbClr val="FFFFFF"/>
                </a:solidFill>
                <a:latin typeface="Calibri"/>
                <a:cs typeface="Calibri"/>
              </a:rPr>
              <a:t>data</a:t>
            </a:r>
            <a:r>
              <a:rPr sz="1800" b="1" spc="-5" dirty="0">
                <a:solidFill>
                  <a:srgbClr val="FFFFFF"/>
                </a:solidFill>
                <a:latin typeface="Calibri"/>
                <a:cs typeface="Calibri"/>
              </a:rPr>
              <a:t> </a:t>
            </a:r>
            <a:r>
              <a:rPr sz="1800" b="1" spc="-15" dirty="0">
                <a:solidFill>
                  <a:srgbClr val="FFFFFF"/>
                </a:solidFill>
                <a:latin typeface="Calibri"/>
                <a:cs typeface="Calibri"/>
              </a:rPr>
              <a:t>to</a:t>
            </a:r>
            <a:r>
              <a:rPr sz="1800" b="1" spc="-20" dirty="0">
                <a:solidFill>
                  <a:srgbClr val="FFFFFF"/>
                </a:solidFill>
                <a:latin typeface="Calibri"/>
                <a:cs typeface="Calibri"/>
              </a:rPr>
              <a:t> </a:t>
            </a:r>
            <a:r>
              <a:rPr sz="1800" b="1" spc="-5" dirty="0">
                <a:solidFill>
                  <a:srgbClr val="FFFFFF"/>
                </a:solidFill>
                <a:latin typeface="Calibri"/>
                <a:cs typeface="Calibri"/>
              </a:rPr>
              <a:t>only </a:t>
            </a:r>
            <a:r>
              <a:rPr sz="1800" b="1" spc="-390" dirty="0">
                <a:solidFill>
                  <a:srgbClr val="FFFFFF"/>
                </a:solidFill>
                <a:latin typeface="Calibri"/>
                <a:cs typeface="Calibri"/>
              </a:rPr>
              <a:t> </a:t>
            </a:r>
            <a:r>
              <a:rPr sz="1800" b="1" spc="-5" dirty="0">
                <a:solidFill>
                  <a:srgbClr val="FFFFFF"/>
                </a:solidFill>
                <a:latin typeface="Calibri"/>
                <a:cs typeface="Calibri"/>
              </a:rPr>
              <a:t>include </a:t>
            </a:r>
            <a:r>
              <a:rPr sz="1800" b="1" spc="-10" dirty="0">
                <a:solidFill>
                  <a:srgbClr val="FFFFFF"/>
                </a:solidFill>
                <a:latin typeface="Calibri"/>
                <a:cs typeface="Calibri"/>
              </a:rPr>
              <a:t>Falcon </a:t>
            </a:r>
            <a:r>
              <a:rPr sz="1800" b="1" dirty="0">
                <a:solidFill>
                  <a:srgbClr val="FFFFFF"/>
                </a:solidFill>
                <a:latin typeface="Calibri"/>
                <a:cs typeface="Calibri"/>
              </a:rPr>
              <a:t>9 </a:t>
            </a:r>
            <a:r>
              <a:rPr sz="1800" b="1" spc="5" dirty="0">
                <a:solidFill>
                  <a:srgbClr val="FFFFFF"/>
                </a:solidFill>
                <a:latin typeface="Calibri"/>
                <a:cs typeface="Calibri"/>
              </a:rPr>
              <a:t> </a:t>
            </a:r>
            <a:r>
              <a:rPr sz="1800" b="1" spc="-10" dirty="0">
                <a:solidFill>
                  <a:srgbClr val="FFFFFF"/>
                </a:solidFill>
                <a:latin typeface="Calibri"/>
                <a:cs typeface="Calibri"/>
              </a:rPr>
              <a:t>launches</a:t>
            </a:r>
            <a:endParaRPr sz="1800">
              <a:latin typeface="Calibri"/>
              <a:cs typeface="Calibri"/>
            </a:endParaRPr>
          </a:p>
        </p:txBody>
      </p:sp>
      <p:grpSp>
        <p:nvGrpSpPr>
          <p:cNvPr id="11" name="object 11">
            <a:extLst>
              <a:ext uri="{FF2B5EF4-FFF2-40B4-BE49-F238E27FC236}">
                <a16:creationId xmlns:a16="http://schemas.microsoft.com/office/drawing/2014/main" id="{6CB950B1-BC20-DF8F-1DAE-EB7FC185DAB4}"/>
              </a:ext>
            </a:extLst>
          </p:cNvPr>
          <p:cNvGrpSpPr/>
          <p:nvPr/>
        </p:nvGrpSpPr>
        <p:grpSpPr>
          <a:xfrm>
            <a:off x="7680959" y="4475454"/>
            <a:ext cx="1918335" cy="1537335"/>
            <a:chOff x="7680959" y="4475454"/>
            <a:chExt cx="1918335" cy="1537335"/>
          </a:xfrm>
        </p:grpSpPr>
        <p:pic>
          <p:nvPicPr>
            <p:cNvPr id="12" name="object 12">
              <a:extLst>
                <a:ext uri="{FF2B5EF4-FFF2-40B4-BE49-F238E27FC236}">
                  <a16:creationId xmlns:a16="http://schemas.microsoft.com/office/drawing/2014/main" id="{6679C4B3-9616-A17D-C8B5-56193E02C92F}"/>
                </a:ext>
              </a:extLst>
            </p:cNvPr>
            <p:cNvPicPr/>
            <p:nvPr/>
          </p:nvPicPr>
          <p:blipFill>
            <a:blip r:embed="rId4" cstate="print"/>
            <a:stretch>
              <a:fillRect/>
            </a:stretch>
          </p:blipFill>
          <p:spPr>
            <a:xfrm>
              <a:off x="8389619" y="4475454"/>
              <a:ext cx="500633" cy="421919"/>
            </a:xfrm>
            <a:prstGeom prst="rect">
              <a:avLst/>
            </a:prstGeom>
          </p:spPr>
        </p:pic>
        <p:pic>
          <p:nvPicPr>
            <p:cNvPr id="13" name="object 13">
              <a:extLst>
                <a:ext uri="{FF2B5EF4-FFF2-40B4-BE49-F238E27FC236}">
                  <a16:creationId xmlns:a16="http://schemas.microsoft.com/office/drawing/2014/main" id="{EF4BFCC5-30C8-3E0D-30A0-21414180449E}"/>
                </a:ext>
              </a:extLst>
            </p:cNvPr>
            <p:cNvPicPr/>
            <p:nvPr/>
          </p:nvPicPr>
          <p:blipFill>
            <a:blip r:embed="rId5" cstate="print"/>
            <a:stretch>
              <a:fillRect/>
            </a:stretch>
          </p:blipFill>
          <p:spPr>
            <a:xfrm>
              <a:off x="7680959" y="4932680"/>
              <a:ext cx="1917953" cy="1079766"/>
            </a:xfrm>
            <a:prstGeom prst="rect">
              <a:avLst/>
            </a:prstGeom>
          </p:spPr>
        </p:pic>
      </p:grpSp>
      <p:sp>
        <p:nvSpPr>
          <p:cNvPr id="22" name="object 2">
            <a:extLst>
              <a:ext uri="{FF2B5EF4-FFF2-40B4-BE49-F238E27FC236}">
                <a16:creationId xmlns:a16="http://schemas.microsoft.com/office/drawing/2014/main" id="{2F415A47-DE12-7D62-3D6F-7ACFE2426296}"/>
              </a:ext>
            </a:extLst>
          </p:cNvPr>
          <p:cNvSpPr txBox="1"/>
          <p:nvPr/>
        </p:nvSpPr>
        <p:spPr>
          <a:xfrm>
            <a:off x="899794" y="1816353"/>
            <a:ext cx="4432935" cy="4095993"/>
          </a:xfrm>
          <a:prstGeom prst="rect">
            <a:avLst/>
          </a:prstGeom>
        </p:spPr>
        <p:txBody>
          <a:bodyPr vert="horz" wrap="square" lIns="0" tIns="12700" rIns="0" bIns="0" rtlCol="0">
            <a:spAutoFit/>
          </a:bodyPr>
          <a:lstStyle/>
          <a:p>
            <a:pPr marL="241300" marR="327660" indent="-228600">
              <a:lnSpc>
                <a:spcPct val="100000"/>
              </a:lnSpc>
              <a:spcBef>
                <a:spcPts val="100"/>
              </a:spcBef>
              <a:buFont typeface="Arial MT"/>
              <a:buChar char="•"/>
              <a:tabLst>
                <a:tab pos="240665" algn="l"/>
                <a:tab pos="241300" algn="l"/>
              </a:tabLst>
            </a:pPr>
            <a:r>
              <a:rPr sz="2200" spc="-155" dirty="0">
                <a:solidFill>
                  <a:srgbClr val="292929"/>
                </a:solidFill>
                <a:latin typeface="Microsoft Sans Serif"/>
                <a:cs typeface="Microsoft Sans Serif"/>
              </a:rPr>
              <a:t>SpaceX</a:t>
            </a:r>
            <a:r>
              <a:rPr sz="2200" spc="-150" dirty="0">
                <a:solidFill>
                  <a:srgbClr val="292929"/>
                </a:solidFill>
                <a:latin typeface="Microsoft Sans Serif"/>
                <a:cs typeface="Microsoft Sans Serif"/>
              </a:rPr>
              <a:t> </a:t>
            </a:r>
            <a:r>
              <a:rPr sz="2200" spc="-40" dirty="0">
                <a:solidFill>
                  <a:srgbClr val="292929"/>
                </a:solidFill>
                <a:latin typeface="Microsoft Sans Serif"/>
                <a:cs typeface="Microsoft Sans Serif"/>
              </a:rPr>
              <a:t>offers </a:t>
            </a:r>
            <a:r>
              <a:rPr sz="2200" spc="-145" dirty="0">
                <a:solidFill>
                  <a:srgbClr val="292929"/>
                </a:solidFill>
                <a:latin typeface="Microsoft Sans Serif"/>
                <a:cs typeface="Microsoft Sans Serif"/>
              </a:rPr>
              <a:t>a</a:t>
            </a:r>
            <a:r>
              <a:rPr sz="2200" spc="-140" dirty="0">
                <a:solidFill>
                  <a:srgbClr val="292929"/>
                </a:solidFill>
                <a:latin typeface="Microsoft Sans Serif"/>
                <a:cs typeface="Microsoft Sans Serif"/>
              </a:rPr>
              <a:t> </a:t>
            </a:r>
            <a:r>
              <a:rPr sz="2200" spc="-25" dirty="0">
                <a:solidFill>
                  <a:srgbClr val="292929"/>
                </a:solidFill>
                <a:latin typeface="Microsoft Sans Serif"/>
                <a:cs typeface="Microsoft Sans Serif"/>
              </a:rPr>
              <a:t>public </a:t>
            </a:r>
            <a:r>
              <a:rPr sz="2200" spc="-145" dirty="0">
                <a:solidFill>
                  <a:srgbClr val="292929"/>
                </a:solidFill>
                <a:latin typeface="Microsoft Sans Serif"/>
                <a:cs typeface="Microsoft Sans Serif"/>
              </a:rPr>
              <a:t>API</a:t>
            </a:r>
            <a:r>
              <a:rPr sz="2200" spc="-140" dirty="0">
                <a:solidFill>
                  <a:srgbClr val="292929"/>
                </a:solidFill>
                <a:latin typeface="Microsoft Sans Serif"/>
                <a:cs typeface="Microsoft Sans Serif"/>
              </a:rPr>
              <a:t> </a:t>
            </a:r>
            <a:r>
              <a:rPr sz="2200" spc="-25" dirty="0">
                <a:solidFill>
                  <a:srgbClr val="292929"/>
                </a:solidFill>
                <a:latin typeface="Microsoft Sans Serif"/>
                <a:cs typeface="Microsoft Sans Serif"/>
              </a:rPr>
              <a:t>from </a:t>
            </a:r>
            <a:r>
              <a:rPr sz="2200" spc="-570" dirty="0">
                <a:solidFill>
                  <a:srgbClr val="292929"/>
                </a:solidFill>
                <a:latin typeface="Microsoft Sans Serif"/>
                <a:cs typeface="Microsoft Sans Serif"/>
              </a:rPr>
              <a:t> </a:t>
            </a:r>
            <a:r>
              <a:rPr sz="2200" spc="-75" dirty="0">
                <a:solidFill>
                  <a:srgbClr val="292929"/>
                </a:solidFill>
                <a:latin typeface="Microsoft Sans Serif"/>
                <a:cs typeface="Microsoft Sans Serif"/>
              </a:rPr>
              <a:t>where</a:t>
            </a:r>
            <a:r>
              <a:rPr sz="2200" spc="65"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45" dirty="0">
                <a:solidFill>
                  <a:srgbClr val="292929"/>
                </a:solidFill>
                <a:latin typeface="Microsoft Sans Serif"/>
                <a:cs typeface="Microsoft Sans Serif"/>
              </a:rPr>
              <a:t> </a:t>
            </a:r>
            <a:r>
              <a:rPr sz="2200" spc="-114" dirty="0">
                <a:solidFill>
                  <a:srgbClr val="292929"/>
                </a:solidFill>
                <a:latin typeface="Microsoft Sans Serif"/>
                <a:cs typeface="Microsoft Sans Serif"/>
              </a:rPr>
              <a:t>can</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be</a:t>
            </a:r>
            <a:r>
              <a:rPr sz="2200" spc="70" dirty="0">
                <a:solidFill>
                  <a:srgbClr val="292929"/>
                </a:solidFill>
                <a:latin typeface="Microsoft Sans Serif"/>
                <a:cs typeface="Microsoft Sans Serif"/>
              </a:rPr>
              <a:t> </a:t>
            </a:r>
            <a:r>
              <a:rPr sz="2200" spc="-25" dirty="0">
                <a:solidFill>
                  <a:srgbClr val="292929"/>
                </a:solidFill>
                <a:latin typeface="Microsoft Sans Serif"/>
                <a:cs typeface="Microsoft Sans Serif"/>
              </a:rPr>
              <a:t>obtained</a:t>
            </a:r>
            <a:r>
              <a:rPr sz="2200" spc="5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 </a:t>
            </a:r>
            <a:r>
              <a:rPr sz="2200" spc="-570" dirty="0">
                <a:solidFill>
                  <a:srgbClr val="292929"/>
                </a:solidFill>
                <a:latin typeface="Microsoft Sans Serif"/>
                <a:cs typeface="Microsoft Sans Serif"/>
              </a:rPr>
              <a:t> </a:t>
            </a:r>
            <a:r>
              <a:rPr sz="2200" spc="-35" dirty="0">
                <a:solidFill>
                  <a:srgbClr val="292929"/>
                </a:solidFill>
                <a:latin typeface="Microsoft Sans Serif"/>
                <a:cs typeface="Microsoft Sans Serif"/>
              </a:rPr>
              <a:t>then</a:t>
            </a:r>
            <a:r>
              <a:rPr sz="2200" spc="60" dirty="0">
                <a:solidFill>
                  <a:srgbClr val="292929"/>
                </a:solidFill>
                <a:latin typeface="Microsoft Sans Serif"/>
                <a:cs typeface="Microsoft Sans Serif"/>
              </a:rPr>
              <a:t> </a:t>
            </a:r>
            <a:r>
              <a:rPr sz="2200" spc="-85" dirty="0">
                <a:solidFill>
                  <a:srgbClr val="292929"/>
                </a:solidFill>
                <a:latin typeface="Microsoft Sans Serif"/>
                <a:cs typeface="Microsoft Sans Serif"/>
              </a:rPr>
              <a:t>used;</a:t>
            </a:r>
            <a:endParaRPr sz="2200" dirty="0">
              <a:latin typeface="Microsoft Sans Serif"/>
              <a:cs typeface="Microsoft Sans Serif"/>
            </a:endParaRPr>
          </a:p>
          <a:p>
            <a:pPr marL="241300" marR="5080" indent="-228600">
              <a:lnSpc>
                <a:spcPct val="100000"/>
              </a:lnSpc>
              <a:spcBef>
                <a:spcPts val="1400"/>
              </a:spcBef>
              <a:buFont typeface="Arial MT"/>
              <a:buChar char="•"/>
              <a:tabLst>
                <a:tab pos="240665" algn="l"/>
                <a:tab pos="241300" algn="l"/>
              </a:tabLst>
            </a:pPr>
            <a:r>
              <a:rPr sz="2200" spc="-110" dirty="0">
                <a:solidFill>
                  <a:srgbClr val="292929"/>
                </a:solidFill>
                <a:latin typeface="Microsoft Sans Serif"/>
                <a:cs typeface="Microsoft Sans Serif"/>
              </a:rPr>
              <a:t>This</a:t>
            </a:r>
            <a:r>
              <a:rPr sz="2200" spc="80" dirty="0">
                <a:solidFill>
                  <a:srgbClr val="292929"/>
                </a:solidFill>
                <a:latin typeface="Microsoft Sans Serif"/>
                <a:cs typeface="Microsoft Sans Serif"/>
              </a:rPr>
              <a:t> </a:t>
            </a:r>
            <a:r>
              <a:rPr sz="2200" spc="-145" dirty="0">
                <a:solidFill>
                  <a:srgbClr val="292929"/>
                </a:solidFill>
                <a:latin typeface="Microsoft Sans Serif"/>
                <a:cs typeface="Microsoft Sans Serif"/>
              </a:rPr>
              <a:t>API</a:t>
            </a:r>
            <a:r>
              <a:rPr sz="2200" spc="50" dirty="0">
                <a:solidFill>
                  <a:srgbClr val="292929"/>
                </a:solidFill>
                <a:latin typeface="Microsoft Sans Serif"/>
                <a:cs typeface="Microsoft Sans Serif"/>
              </a:rPr>
              <a:t> </a:t>
            </a:r>
            <a:r>
              <a:rPr sz="2200" spc="-114" dirty="0">
                <a:solidFill>
                  <a:srgbClr val="292929"/>
                </a:solidFill>
                <a:latin typeface="Microsoft Sans Serif"/>
                <a:cs typeface="Microsoft Sans Serif"/>
              </a:rPr>
              <a:t>was</a:t>
            </a:r>
            <a:r>
              <a:rPr sz="2200" spc="75" dirty="0">
                <a:solidFill>
                  <a:srgbClr val="292929"/>
                </a:solidFill>
                <a:latin typeface="Microsoft Sans Serif"/>
                <a:cs typeface="Microsoft Sans Serif"/>
              </a:rPr>
              <a:t> </a:t>
            </a:r>
            <a:r>
              <a:rPr sz="2200" spc="-80" dirty="0">
                <a:solidFill>
                  <a:srgbClr val="292929"/>
                </a:solidFill>
                <a:latin typeface="Microsoft Sans Serif"/>
                <a:cs typeface="Microsoft Sans Serif"/>
              </a:rPr>
              <a:t>used</a:t>
            </a:r>
            <a:r>
              <a:rPr sz="2200" spc="85" dirty="0">
                <a:solidFill>
                  <a:srgbClr val="292929"/>
                </a:solidFill>
                <a:latin typeface="Microsoft Sans Serif"/>
                <a:cs typeface="Microsoft Sans Serif"/>
              </a:rPr>
              <a:t> </a:t>
            </a:r>
            <a:r>
              <a:rPr sz="2200" spc="-55" dirty="0">
                <a:solidFill>
                  <a:srgbClr val="292929"/>
                </a:solidFill>
                <a:latin typeface="Microsoft Sans Serif"/>
                <a:cs typeface="Microsoft Sans Serif"/>
              </a:rPr>
              <a:t>according</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6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 </a:t>
            </a:r>
            <a:r>
              <a:rPr sz="2200" spc="-570" dirty="0">
                <a:solidFill>
                  <a:srgbClr val="292929"/>
                </a:solidFill>
                <a:latin typeface="Microsoft Sans Serif"/>
                <a:cs typeface="Microsoft Sans Serif"/>
              </a:rPr>
              <a:t> </a:t>
            </a:r>
            <a:r>
              <a:rPr sz="2200" spc="-30" dirty="0">
                <a:solidFill>
                  <a:srgbClr val="292929"/>
                </a:solidFill>
                <a:latin typeface="Microsoft Sans Serif"/>
                <a:cs typeface="Microsoft Sans Serif"/>
              </a:rPr>
              <a:t>flowchart</a:t>
            </a:r>
            <a:r>
              <a:rPr sz="2200" spc="50" dirty="0">
                <a:solidFill>
                  <a:srgbClr val="292929"/>
                </a:solidFill>
                <a:latin typeface="Microsoft Sans Serif"/>
                <a:cs typeface="Microsoft Sans Serif"/>
              </a:rPr>
              <a:t> </a:t>
            </a:r>
            <a:r>
              <a:rPr sz="2200" spc="-60" dirty="0">
                <a:solidFill>
                  <a:srgbClr val="292929"/>
                </a:solidFill>
                <a:latin typeface="Microsoft Sans Serif"/>
                <a:cs typeface="Microsoft Sans Serif"/>
              </a:rPr>
              <a:t>beside</a:t>
            </a:r>
            <a:r>
              <a:rPr sz="2200" spc="8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50" dirty="0">
                <a:solidFill>
                  <a:srgbClr val="292929"/>
                </a:solidFill>
                <a:latin typeface="Microsoft Sans Serif"/>
                <a:cs typeface="Microsoft Sans Serif"/>
              </a:rPr>
              <a:t> </a:t>
            </a:r>
            <a:r>
              <a:rPr sz="2200" spc="-35" dirty="0">
                <a:solidFill>
                  <a:srgbClr val="292929"/>
                </a:solidFill>
                <a:latin typeface="Microsoft Sans Serif"/>
                <a:cs typeface="Microsoft Sans Serif"/>
              </a:rPr>
              <a:t>then</a:t>
            </a:r>
            <a:r>
              <a:rPr sz="2200" spc="60"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70" dirty="0">
                <a:solidFill>
                  <a:srgbClr val="292929"/>
                </a:solidFill>
                <a:latin typeface="Microsoft Sans Serif"/>
                <a:cs typeface="Microsoft Sans Serif"/>
              </a:rPr>
              <a:t> </a:t>
            </a:r>
            <a:r>
              <a:rPr sz="2200" spc="-60" dirty="0">
                <a:solidFill>
                  <a:srgbClr val="292929"/>
                </a:solidFill>
                <a:latin typeface="Microsoft Sans Serif"/>
                <a:cs typeface="Microsoft Sans Serif"/>
              </a:rPr>
              <a:t>is </a:t>
            </a:r>
            <a:r>
              <a:rPr sz="2200" spc="-55" dirty="0">
                <a:solidFill>
                  <a:srgbClr val="292929"/>
                </a:solidFill>
                <a:latin typeface="Microsoft Sans Serif"/>
                <a:cs typeface="Microsoft Sans Serif"/>
              </a:rPr>
              <a:t> </a:t>
            </a:r>
            <a:r>
              <a:rPr sz="2200" spc="-50" dirty="0">
                <a:solidFill>
                  <a:srgbClr val="292929"/>
                </a:solidFill>
                <a:latin typeface="Microsoft Sans Serif"/>
                <a:cs typeface="Microsoft Sans Serif"/>
              </a:rPr>
              <a:t>persisted.</a:t>
            </a:r>
            <a:endParaRPr lang="en-IN" sz="2200" spc="-50" dirty="0">
              <a:solidFill>
                <a:srgbClr val="292929"/>
              </a:solidFill>
              <a:latin typeface="Microsoft Sans Serif"/>
              <a:cs typeface="Microsoft Sans Serif"/>
            </a:endParaRPr>
          </a:p>
          <a:p>
            <a:pPr marL="241300" marR="5080" indent="-228600">
              <a:lnSpc>
                <a:spcPct val="100000"/>
              </a:lnSpc>
              <a:spcBef>
                <a:spcPts val="1400"/>
              </a:spcBef>
              <a:buFont typeface="Arial MT"/>
              <a:buChar char="•"/>
              <a:tabLst>
                <a:tab pos="240665" algn="l"/>
                <a:tab pos="241300" algn="l"/>
              </a:tabLst>
            </a:pPr>
            <a:r>
              <a:rPr lang="en-IN" sz="2200" spc="-50" dirty="0">
                <a:solidFill>
                  <a:srgbClr val="292929"/>
                </a:solidFill>
                <a:latin typeface="Microsoft Sans Serif"/>
                <a:cs typeface="Microsoft Sans Serif"/>
              </a:rPr>
              <a:t>Source : https://github.com/ammansharrma/IBM-Professional-Certificate/tree/main/Applied%20Capstone%20Project</a:t>
            </a:r>
            <a:endParaRPr sz="2200" dirty="0">
              <a:latin typeface="Microsoft Sans Serif"/>
              <a:cs typeface="Microsoft Sans Serif"/>
            </a:endParaRPr>
          </a:p>
        </p:txBody>
      </p:sp>
      <p:sp>
        <p:nvSpPr>
          <p:cNvPr id="23" name="object 6">
            <a:extLst>
              <a:ext uri="{FF2B5EF4-FFF2-40B4-BE49-F238E27FC236}">
                <a16:creationId xmlns:a16="http://schemas.microsoft.com/office/drawing/2014/main" id="{57F8E898-A5D4-9F37-18F2-4536E79B99E2}"/>
              </a:ext>
            </a:extLst>
          </p:cNvPr>
          <p:cNvSpPr txBox="1"/>
          <p:nvPr/>
        </p:nvSpPr>
        <p:spPr>
          <a:xfrm>
            <a:off x="7820025" y="1899348"/>
            <a:ext cx="1644014" cy="795655"/>
          </a:xfrm>
          <a:prstGeom prst="rect">
            <a:avLst/>
          </a:prstGeom>
        </p:spPr>
        <p:txBody>
          <a:bodyPr vert="horz" wrap="square" lIns="0" tIns="39370" rIns="0" bIns="0" rtlCol="0">
            <a:spAutoFit/>
          </a:bodyPr>
          <a:lstStyle/>
          <a:p>
            <a:pPr marL="12700" marR="5080" algn="ctr">
              <a:lnSpc>
                <a:spcPct val="90300"/>
              </a:lnSpc>
              <a:spcBef>
                <a:spcPts val="310"/>
              </a:spcBef>
            </a:pPr>
            <a:r>
              <a:rPr sz="1800" b="1" spc="-10" dirty="0">
                <a:solidFill>
                  <a:srgbClr val="FFFFFF"/>
                </a:solidFill>
                <a:latin typeface="Calibri"/>
                <a:cs typeface="Calibri"/>
              </a:rPr>
              <a:t>Request </a:t>
            </a:r>
            <a:r>
              <a:rPr sz="1800" b="1" dirty="0">
                <a:solidFill>
                  <a:srgbClr val="FFFFFF"/>
                </a:solidFill>
                <a:latin typeface="Calibri"/>
                <a:cs typeface="Calibri"/>
              </a:rPr>
              <a:t>API </a:t>
            </a:r>
            <a:r>
              <a:rPr sz="1800" b="1" spc="-10" dirty="0">
                <a:solidFill>
                  <a:srgbClr val="FFFFFF"/>
                </a:solidFill>
                <a:latin typeface="Calibri"/>
                <a:cs typeface="Calibri"/>
              </a:rPr>
              <a:t>and </a:t>
            </a:r>
            <a:r>
              <a:rPr sz="1800" b="1" spc="-5" dirty="0">
                <a:solidFill>
                  <a:srgbClr val="FFFFFF"/>
                </a:solidFill>
                <a:latin typeface="Calibri"/>
                <a:cs typeface="Calibri"/>
              </a:rPr>
              <a:t> </a:t>
            </a:r>
            <a:r>
              <a:rPr sz="1800" b="1" spc="-10" dirty="0">
                <a:solidFill>
                  <a:srgbClr val="FFFFFF"/>
                </a:solidFill>
                <a:latin typeface="Calibri"/>
                <a:cs typeface="Calibri"/>
              </a:rPr>
              <a:t>parse</a:t>
            </a:r>
            <a:r>
              <a:rPr sz="1800" b="1" spc="-40" dirty="0">
                <a:solidFill>
                  <a:srgbClr val="FFFFFF"/>
                </a:solidFill>
                <a:latin typeface="Calibri"/>
                <a:cs typeface="Calibri"/>
              </a:rPr>
              <a:t> </a:t>
            </a:r>
            <a:r>
              <a:rPr sz="1800" b="1" spc="-5" dirty="0">
                <a:solidFill>
                  <a:srgbClr val="FFFFFF"/>
                </a:solidFill>
                <a:latin typeface="Calibri"/>
                <a:cs typeface="Calibri"/>
              </a:rPr>
              <a:t>the</a:t>
            </a:r>
            <a:r>
              <a:rPr sz="1800" b="1" spc="-40" dirty="0">
                <a:solidFill>
                  <a:srgbClr val="FFFFFF"/>
                </a:solidFill>
                <a:latin typeface="Calibri"/>
                <a:cs typeface="Calibri"/>
              </a:rPr>
              <a:t> </a:t>
            </a:r>
            <a:r>
              <a:rPr sz="1800" b="1" spc="-5" dirty="0">
                <a:solidFill>
                  <a:srgbClr val="FFFFFF"/>
                </a:solidFill>
                <a:latin typeface="Calibri"/>
                <a:cs typeface="Calibri"/>
              </a:rPr>
              <a:t>SpaceX </a:t>
            </a:r>
            <a:r>
              <a:rPr sz="1800" b="1" spc="-395" dirty="0">
                <a:solidFill>
                  <a:srgbClr val="FFFFFF"/>
                </a:solidFill>
                <a:latin typeface="Calibri"/>
                <a:cs typeface="Calibri"/>
              </a:rPr>
              <a:t> </a:t>
            </a:r>
            <a:r>
              <a:rPr sz="1800" b="1" spc="-10" dirty="0">
                <a:solidFill>
                  <a:srgbClr val="FFFFFF"/>
                </a:solidFill>
                <a:latin typeface="Calibri"/>
                <a:cs typeface="Calibri"/>
              </a:rPr>
              <a:t>launch </a:t>
            </a:r>
            <a:r>
              <a:rPr sz="1800" b="1" spc="-20" dirty="0">
                <a:solidFill>
                  <a:srgbClr val="FFFFFF"/>
                </a:solidFill>
                <a:latin typeface="Calibri"/>
                <a:cs typeface="Calibri"/>
              </a:rPr>
              <a:t>data</a:t>
            </a:r>
            <a:endParaRPr sz="1800" dirty="0">
              <a:latin typeface="Calibri"/>
              <a:cs typeface="Calibri"/>
            </a:endParaRPr>
          </a:p>
        </p:txBody>
      </p:sp>
      <p:sp>
        <p:nvSpPr>
          <p:cNvPr id="24" name="object 14">
            <a:extLst>
              <a:ext uri="{FF2B5EF4-FFF2-40B4-BE49-F238E27FC236}">
                <a16:creationId xmlns:a16="http://schemas.microsoft.com/office/drawing/2014/main" id="{3604FAAF-FC3D-1C3E-A23A-C57ACDFCBDEA}"/>
              </a:ext>
            </a:extLst>
          </p:cNvPr>
          <p:cNvSpPr txBox="1"/>
          <p:nvPr/>
        </p:nvSpPr>
        <p:spPr>
          <a:xfrm>
            <a:off x="7787005" y="5173726"/>
            <a:ext cx="1711325" cy="548640"/>
          </a:xfrm>
          <a:prstGeom prst="rect">
            <a:avLst/>
          </a:prstGeom>
        </p:spPr>
        <p:txBody>
          <a:bodyPr vert="horz" wrap="square" lIns="0" tIns="41910" rIns="0" bIns="0" rtlCol="0">
            <a:spAutoFit/>
          </a:bodyPr>
          <a:lstStyle/>
          <a:p>
            <a:pPr marL="546100" marR="5080" indent="-533400">
              <a:lnSpc>
                <a:spcPts val="1960"/>
              </a:lnSpc>
              <a:spcBef>
                <a:spcPts val="330"/>
              </a:spcBef>
            </a:pPr>
            <a:r>
              <a:rPr sz="1800" b="1" spc="-5" dirty="0">
                <a:solidFill>
                  <a:srgbClr val="FFFFFF"/>
                </a:solidFill>
                <a:latin typeface="Calibri"/>
                <a:cs typeface="Calibri"/>
              </a:rPr>
              <a:t>Deal</a:t>
            </a:r>
            <a:r>
              <a:rPr sz="1800" b="1" spc="-25" dirty="0">
                <a:solidFill>
                  <a:srgbClr val="FFFFFF"/>
                </a:solidFill>
                <a:latin typeface="Calibri"/>
                <a:cs typeface="Calibri"/>
              </a:rPr>
              <a:t> </a:t>
            </a:r>
            <a:r>
              <a:rPr sz="1800" b="1" spc="-5" dirty="0">
                <a:solidFill>
                  <a:srgbClr val="FFFFFF"/>
                </a:solidFill>
                <a:latin typeface="Calibri"/>
                <a:cs typeface="Calibri"/>
              </a:rPr>
              <a:t>with</a:t>
            </a:r>
            <a:r>
              <a:rPr sz="1800" b="1" spc="-30" dirty="0">
                <a:solidFill>
                  <a:srgbClr val="FFFFFF"/>
                </a:solidFill>
                <a:latin typeface="Calibri"/>
                <a:cs typeface="Calibri"/>
              </a:rPr>
              <a:t> </a:t>
            </a:r>
            <a:r>
              <a:rPr sz="1800" b="1" spc="-5" dirty="0">
                <a:solidFill>
                  <a:srgbClr val="FFFFFF"/>
                </a:solidFill>
                <a:latin typeface="Calibri"/>
                <a:cs typeface="Calibri"/>
              </a:rPr>
              <a:t>Missing </a:t>
            </a:r>
            <a:r>
              <a:rPr sz="1800" b="1" spc="-390" dirty="0">
                <a:solidFill>
                  <a:srgbClr val="FFFFFF"/>
                </a:solidFill>
                <a:latin typeface="Calibri"/>
                <a:cs typeface="Calibri"/>
              </a:rPr>
              <a:t> </a:t>
            </a:r>
            <a:r>
              <a:rPr sz="1800" b="1" spc="-25" dirty="0">
                <a:solidFill>
                  <a:srgbClr val="FFFFFF"/>
                </a:solidFill>
                <a:latin typeface="Calibri"/>
                <a:cs typeface="Calibri"/>
              </a:rPr>
              <a:t>Values</a:t>
            </a:r>
            <a:endParaRPr sz="1800" dirty="0">
              <a:latin typeface="Calibri"/>
              <a:cs typeface="Calibri"/>
            </a:endParaRPr>
          </a:p>
        </p:txBody>
      </p:sp>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5" name="object 2">
            <a:extLst>
              <a:ext uri="{FF2B5EF4-FFF2-40B4-BE49-F238E27FC236}">
                <a16:creationId xmlns:a16="http://schemas.microsoft.com/office/drawing/2014/main" id="{CB1DA914-C788-D499-630A-B82D732C4D58}"/>
              </a:ext>
            </a:extLst>
          </p:cNvPr>
          <p:cNvSpPr txBox="1"/>
          <p:nvPr/>
        </p:nvSpPr>
        <p:spPr>
          <a:xfrm>
            <a:off x="1001394" y="1808479"/>
            <a:ext cx="5094606" cy="3757439"/>
          </a:xfrm>
          <a:prstGeom prst="rect">
            <a:avLst/>
          </a:prstGeom>
        </p:spPr>
        <p:txBody>
          <a:bodyPr vert="horz" wrap="square" lIns="0" tIns="12700" rIns="0" bIns="0" rtlCol="0">
            <a:spAutoFit/>
          </a:bodyPr>
          <a:lstStyle/>
          <a:p>
            <a:pPr marL="241300" marR="220345" indent="-228600">
              <a:lnSpc>
                <a:spcPct val="100000"/>
              </a:lnSpc>
              <a:spcBef>
                <a:spcPts val="100"/>
              </a:spcBef>
              <a:buFont typeface="Arial MT"/>
              <a:buChar char="•"/>
              <a:tabLst>
                <a:tab pos="240665" algn="l"/>
                <a:tab pos="241300" algn="l"/>
              </a:tabLst>
            </a:pPr>
            <a:r>
              <a:rPr sz="2200" spc="-65" dirty="0">
                <a:solidFill>
                  <a:srgbClr val="292929"/>
                </a:solidFill>
                <a:latin typeface="Microsoft Sans Serif"/>
                <a:cs typeface="Microsoft Sans Serif"/>
              </a:rPr>
              <a:t>Data </a:t>
            </a:r>
            <a:r>
              <a:rPr sz="2200" spc="-25" dirty="0">
                <a:solidFill>
                  <a:srgbClr val="292929"/>
                </a:solidFill>
                <a:latin typeface="Microsoft Sans Serif"/>
                <a:cs typeface="Microsoft Sans Serif"/>
              </a:rPr>
              <a:t>from </a:t>
            </a:r>
            <a:r>
              <a:rPr sz="2200" spc="-155" dirty="0">
                <a:solidFill>
                  <a:srgbClr val="292929"/>
                </a:solidFill>
                <a:latin typeface="Microsoft Sans Serif"/>
                <a:cs typeface="Microsoft Sans Serif"/>
              </a:rPr>
              <a:t>SpaceX</a:t>
            </a:r>
            <a:r>
              <a:rPr sz="2200" spc="-150" dirty="0">
                <a:solidFill>
                  <a:srgbClr val="292929"/>
                </a:solidFill>
                <a:latin typeface="Microsoft Sans Serif"/>
                <a:cs typeface="Microsoft Sans Serif"/>
              </a:rPr>
              <a:t> </a:t>
            </a:r>
            <a:r>
              <a:rPr sz="2200" spc="-95" dirty="0">
                <a:solidFill>
                  <a:srgbClr val="292929"/>
                </a:solidFill>
                <a:latin typeface="Microsoft Sans Serif"/>
                <a:cs typeface="Microsoft Sans Serif"/>
              </a:rPr>
              <a:t>launches </a:t>
            </a:r>
            <a:r>
              <a:rPr sz="2200" spc="-570" dirty="0">
                <a:solidFill>
                  <a:srgbClr val="292929"/>
                </a:solidFill>
                <a:latin typeface="Microsoft Sans Serif"/>
                <a:cs typeface="Microsoft Sans Serif"/>
              </a:rPr>
              <a:t> </a:t>
            </a:r>
            <a:r>
              <a:rPr sz="2200" spc="-114" dirty="0">
                <a:solidFill>
                  <a:srgbClr val="292929"/>
                </a:solidFill>
                <a:latin typeface="Microsoft Sans Serif"/>
                <a:cs typeface="Microsoft Sans Serif"/>
              </a:rPr>
              <a:t>can</a:t>
            </a:r>
            <a:r>
              <a:rPr sz="2200" spc="55" dirty="0">
                <a:solidFill>
                  <a:srgbClr val="292929"/>
                </a:solidFill>
                <a:latin typeface="Microsoft Sans Serif"/>
                <a:cs typeface="Microsoft Sans Serif"/>
              </a:rPr>
              <a:t> </a:t>
            </a:r>
            <a:r>
              <a:rPr sz="2200" spc="-75" dirty="0">
                <a:solidFill>
                  <a:srgbClr val="292929"/>
                </a:solidFill>
                <a:latin typeface="Microsoft Sans Serif"/>
                <a:cs typeface="Microsoft Sans Serif"/>
              </a:rPr>
              <a:t>also</a:t>
            </a:r>
            <a:r>
              <a:rPr sz="2200" spc="70" dirty="0">
                <a:solidFill>
                  <a:srgbClr val="292929"/>
                </a:solidFill>
                <a:latin typeface="Microsoft Sans Serif"/>
                <a:cs typeface="Microsoft Sans Serif"/>
              </a:rPr>
              <a:t> </a:t>
            </a:r>
            <a:r>
              <a:rPr sz="2200" spc="-55" dirty="0">
                <a:solidFill>
                  <a:srgbClr val="292929"/>
                </a:solidFill>
                <a:latin typeface="Microsoft Sans Serif"/>
                <a:cs typeface="Microsoft Sans Serif"/>
              </a:rPr>
              <a:t>be</a:t>
            </a:r>
            <a:r>
              <a:rPr sz="2200" spc="70" dirty="0">
                <a:solidFill>
                  <a:srgbClr val="292929"/>
                </a:solidFill>
                <a:latin typeface="Microsoft Sans Serif"/>
                <a:cs typeface="Microsoft Sans Serif"/>
              </a:rPr>
              <a:t> </a:t>
            </a:r>
            <a:r>
              <a:rPr sz="2200" spc="-25" dirty="0">
                <a:solidFill>
                  <a:srgbClr val="292929"/>
                </a:solidFill>
                <a:latin typeface="Microsoft Sans Serif"/>
                <a:cs typeface="Microsoft Sans Serif"/>
              </a:rPr>
              <a:t>obtained</a:t>
            </a:r>
            <a:r>
              <a:rPr sz="2200" spc="45" dirty="0">
                <a:solidFill>
                  <a:srgbClr val="292929"/>
                </a:solidFill>
                <a:latin typeface="Microsoft Sans Serif"/>
                <a:cs typeface="Microsoft Sans Serif"/>
              </a:rPr>
              <a:t> </a:t>
            </a:r>
            <a:r>
              <a:rPr sz="2200" spc="-25" dirty="0">
                <a:solidFill>
                  <a:srgbClr val="292929"/>
                </a:solidFill>
                <a:latin typeface="Microsoft Sans Serif"/>
                <a:cs typeface="Microsoft Sans Serif"/>
              </a:rPr>
              <a:t>from </a:t>
            </a:r>
            <a:r>
              <a:rPr sz="2200" spc="-20" dirty="0">
                <a:solidFill>
                  <a:srgbClr val="292929"/>
                </a:solidFill>
                <a:latin typeface="Microsoft Sans Serif"/>
                <a:cs typeface="Microsoft Sans Serif"/>
              </a:rPr>
              <a:t> </a:t>
            </a:r>
            <a:r>
              <a:rPr sz="2200" spc="-65" dirty="0">
                <a:solidFill>
                  <a:srgbClr val="292929"/>
                </a:solidFill>
                <a:latin typeface="Microsoft Sans Serif"/>
                <a:cs typeface="Microsoft Sans Serif"/>
              </a:rPr>
              <a:t>Wikipedia;</a:t>
            </a:r>
            <a:endParaRPr sz="2200" dirty="0">
              <a:latin typeface="Microsoft Sans Serif"/>
              <a:cs typeface="Microsoft Sans Serif"/>
            </a:endParaRPr>
          </a:p>
          <a:p>
            <a:pPr marL="241300" marR="5080" indent="-228600">
              <a:lnSpc>
                <a:spcPct val="100000"/>
              </a:lnSpc>
              <a:spcBef>
                <a:spcPts val="1400"/>
              </a:spcBef>
              <a:buFont typeface="Arial MT"/>
              <a:buChar char="•"/>
              <a:tabLst>
                <a:tab pos="240665" algn="l"/>
                <a:tab pos="241300" algn="l"/>
              </a:tabLst>
            </a:pPr>
            <a:r>
              <a:rPr sz="2200" spc="-65" dirty="0">
                <a:solidFill>
                  <a:srgbClr val="292929"/>
                </a:solidFill>
                <a:latin typeface="Microsoft Sans Serif"/>
                <a:cs typeface="Microsoft Sans Serif"/>
              </a:rPr>
              <a:t>Data</a:t>
            </a:r>
            <a:r>
              <a:rPr sz="2200" spc="40"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65" dirty="0">
                <a:solidFill>
                  <a:srgbClr val="292929"/>
                </a:solidFill>
                <a:latin typeface="Microsoft Sans Serif"/>
                <a:cs typeface="Microsoft Sans Serif"/>
              </a:rPr>
              <a:t> </a:t>
            </a:r>
            <a:r>
              <a:rPr sz="2200" spc="-35" dirty="0">
                <a:solidFill>
                  <a:srgbClr val="292929"/>
                </a:solidFill>
                <a:latin typeface="Microsoft Sans Serif"/>
                <a:cs typeface="Microsoft Sans Serif"/>
              </a:rPr>
              <a:t>downloaded</a:t>
            </a:r>
            <a:r>
              <a:rPr sz="2200" spc="40" dirty="0">
                <a:solidFill>
                  <a:srgbClr val="292929"/>
                </a:solidFill>
                <a:latin typeface="Microsoft Sans Serif"/>
                <a:cs typeface="Microsoft Sans Serif"/>
              </a:rPr>
              <a:t> </a:t>
            </a:r>
            <a:r>
              <a:rPr sz="2200" spc="-25" dirty="0">
                <a:solidFill>
                  <a:srgbClr val="292929"/>
                </a:solidFill>
                <a:latin typeface="Microsoft Sans Serif"/>
                <a:cs typeface="Microsoft Sans Serif"/>
              </a:rPr>
              <a:t>from </a:t>
            </a:r>
            <a:r>
              <a:rPr sz="2200" spc="-20" dirty="0">
                <a:solidFill>
                  <a:srgbClr val="292929"/>
                </a:solidFill>
                <a:latin typeface="Microsoft Sans Serif"/>
                <a:cs typeface="Microsoft Sans Serif"/>
              </a:rPr>
              <a:t> </a:t>
            </a:r>
            <a:r>
              <a:rPr sz="2200" spc="-60" dirty="0">
                <a:solidFill>
                  <a:srgbClr val="292929"/>
                </a:solidFill>
                <a:latin typeface="Microsoft Sans Serif"/>
                <a:cs typeface="Microsoft Sans Serif"/>
              </a:rPr>
              <a:t>Wikipedia</a:t>
            </a:r>
            <a:r>
              <a:rPr sz="2200" spc="85" dirty="0">
                <a:solidFill>
                  <a:srgbClr val="292929"/>
                </a:solidFill>
                <a:latin typeface="Microsoft Sans Serif"/>
                <a:cs typeface="Microsoft Sans Serif"/>
              </a:rPr>
              <a:t> </a:t>
            </a:r>
            <a:r>
              <a:rPr sz="2200" spc="-50" dirty="0">
                <a:solidFill>
                  <a:srgbClr val="292929"/>
                </a:solidFill>
                <a:latin typeface="Microsoft Sans Serif"/>
                <a:cs typeface="Microsoft Sans Serif"/>
              </a:rPr>
              <a:t>according</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5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 </a:t>
            </a:r>
            <a:r>
              <a:rPr sz="2200" spc="-25" dirty="0">
                <a:solidFill>
                  <a:srgbClr val="292929"/>
                </a:solidFill>
                <a:latin typeface="Microsoft Sans Serif"/>
                <a:cs typeface="Microsoft Sans Serif"/>
              </a:rPr>
              <a:t> </a:t>
            </a:r>
            <a:r>
              <a:rPr sz="2200" spc="-30" dirty="0">
                <a:solidFill>
                  <a:srgbClr val="292929"/>
                </a:solidFill>
                <a:latin typeface="Microsoft Sans Serif"/>
                <a:cs typeface="Microsoft Sans Serif"/>
              </a:rPr>
              <a:t>flowchart</a:t>
            </a:r>
            <a:r>
              <a:rPr sz="2200" spc="5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65" dirty="0">
                <a:solidFill>
                  <a:srgbClr val="292929"/>
                </a:solidFill>
                <a:latin typeface="Microsoft Sans Serif"/>
                <a:cs typeface="Microsoft Sans Serif"/>
              </a:rPr>
              <a:t> </a:t>
            </a:r>
            <a:r>
              <a:rPr sz="2200" spc="-40" dirty="0">
                <a:solidFill>
                  <a:srgbClr val="292929"/>
                </a:solidFill>
                <a:latin typeface="Microsoft Sans Serif"/>
                <a:cs typeface="Microsoft Sans Serif"/>
              </a:rPr>
              <a:t>then</a:t>
            </a:r>
            <a:r>
              <a:rPr sz="2200" spc="65" dirty="0">
                <a:solidFill>
                  <a:srgbClr val="292929"/>
                </a:solidFill>
                <a:latin typeface="Microsoft Sans Serif"/>
                <a:cs typeface="Microsoft Sans Serif"/>
              </a:rPr>
              <a:t> </a:t>
            </a:r>
            <a:r>
              <a:rPr sz="2200" spc="-50" dirty="0">
                <a:solidFill>
                  <a:srgbClr val="292929"/>
                </a:solidFill>
                <a:latin typeface="Microsoft Sans Serif"/>
                <a:cs typeface="Microsoft Sans Serif"/>
              </a:rPr>
              <a:t>persisted.</a:t>
            </a:r>
            <a:endParaRPr lang="en-IN" sz="2200" spc="-50" dirty="0">
              <a:solidFill>
                <a:srgbClr val="292929"/>
              </a:solidFill>
              <a:latin typeface="Microsoft Sans Serif"/>
              <a:cs typeface="Microsoft Sans Serif"/>
            </a:endParaRPr>
          </a:p>
          <a:p>
            <a:pPr marL="241300" marR="5080" indent="-228600">
              <a:lnSpc>
                <a:spcPct val="100000"/>
              </a:lnSpc>
              <a:spcBef>
                <a:spcPts val="1400"/>
              </a:spcBef>
              <a:buFont typeface="Arial MT"/>
              <a:buChar char="•"/>
              <a:tabLst>
                <a:tab pos="240665" algn="l"/>
                <a:tab pos="241300" algn="l"/>
              </a:tabLst>
            </a:pPr>
            <a:r>
              <a:rPr lang="en-IN" sz="2200" spc="-50" dirty="0">
                <a:solidFill>
                  <a:srgbClr val="292929"/>
                </a:solidFill>
                <a:latin typeface="Microsoft Sans Serif"/>
                <a:cs typeface="Microsoft Sans Serif"/>
              </a:rPr>
              <a:t>Source Code: https://github.com/ammansharrma/IBM-Professional-Certificate/tree/main/Applied%20Capstone%20Project</a:t>
            </a:r>
            <a:endParaRPr sz="2200" dirty="0">
              <a:latin typeface="Microsoft Sans Serif"/>
              <a:cs typeface="Microsoft Sans Serif"/>
            </a:endParaRPr>
          </a:p>
        </p:txBody>
      </p:sp>
      <p:pic>
        <p:nvPicPr>
          <p:cNvPr id="7" name="object 5">
            <a:extLst>
              <a:ext uri="{FF2B5EF4-FFF2-40B4-BE49-F238E27FC236}">
                <a16:creationId xmlns:a16="http://schemas.microsoft.com/office/drawing/2014/main" id="{DF9FA41F-54FF-0157-4C29-076CA176A88D}"/>
              </a:ext>
            </a:extLst>
          </p:cNvPr>
          <p:cNvPicPr/>
          <p:nvPr/>
        </p:nvPicPr>
        <p:blipFill>
          <a:blip r:embed="rId3" cstate="print"/>
          <a:stretch>
            <a:fillRect/>
          </a:stretch>
        </p:blipFill>
        <p:spPr>
          <a:xfrm>
            <a:off x="7244080" y="1775447"/>
            <a:ext cx="2791714" cy="1082306"/>
          </a:xfrm>
          <a:prstGeom prst="rect">
            <a:avLst/>
          </a:prstGeom>
        </p:spPr>
      </p:pic>
      <p:sp>
        <p:nvSpPr>
          <p:cNvPr id="8" name="object 6">
            <a:extLst>
              <a:ext uri="{FF2B5EF4-FFF2-40B4-BE49-F238E27FC236}">
                <a16:creationId xmlns:a16="http://schemas.microsoft.com/office/drawing/2014/main" id="{7860BC82-767F-0318-49A9-E9243D152560}"/>
              </a:ext>
            </a:extLst>
          </p:cNvPr>
          <p:cNvSpPr txBox="1"/>
          <p:nvPr/>
        </p:nvSpPr>
        <p:spPr>
          <a:xfrm>
            <a:off x="7674356" y="2015807"/>
            <a:ext cx="1939925" cy="549275"/>
          </a:xfrm>
          <a:prstGeom prst="rect">
            <a:avLst/>
          </a:prstGeom>
        </p:spPr>
        <p:txBody>
          <a:bodyPr vert="horz" wrap="square" lIns="0" tIns="12700" rIns="0" bIns="0" rtlCol="0">
            <a:spAutoFit/>
          </a:bodyPr>
          <a:lstStyle/>
          <a:p>
            <a:pPr algn="ctr">
              <a:lnSpc>
                <a:spcPts val="2060"/>
              </a:lnSpc>
              <a:spcBef>
                <a:spcPts val="100"/>
              </a:spcBef>
            </a:pPr>
            <a:r>
              <a:rPr sz="1800" b="1" spc="-10" dirty="0">
                <a:solidFill>
                  <a:srgbClr val="FFFFFF"/>
                </a:solidFill>
                <a:latin typeface="Calibri"/>
                <a:cs typeface="Calibri"/>
              </a:rPr>
              <a:t>Request</a:t>
            </a:r>
            <a:r>
              <a:rPr sz="1800" b="1" spc="-35" dirty="0">
                <a:solidFill>
                  <a:srgbClr val="FFFFFF"/>
                </a:solidFill>
                <a:latin typeface="Calibri"/>
                <a:cs typeface="Calibri"/>
              </a:rPr>
              <a:t> </a:t>
            </a:r>
            <a:r>
              <a:rPr sz="1800" b="1" spc="-5" dirty="0">
                <a:solidFill>
                  <a:srgbClr val="FFFFFF"/>
                </a:solidFill>
                <a:latin typeface="Calibri"/>
                <a:cs typeface="Calibri"/>
              </a:rPr>
              <a:t>the</a:t>
            </a:r>
            <a:r>
              <a:rPr sz="1800" b="1" spc="-25" dirty="0">
                <a:solidFill>
                  <a:srgbClr val="FFFFFF"/>
                </a:solidFill>
                <a:latin typeface="Calibri"/>
                <a:cs typeface="Calibri"/>
              </a:rPr>
              <a:t> </a:t>
            </a:r>
            <a:r>
              <a:rPr sz="1800" b="1" spc="-10" dirty="0">
                <a:solidFill>
                  <a:srgbClr val="FFFFFF"/>
                </a:solidFill>
                <a:latin typeface="Calibri"/>
                <a:cs typeface="Calibri"/>
              </a:rPr>
              <a:t>Falcon9</a:t>
            </a:r>
            <a:endParaRPr sz="1800">
              <a:latin typeface="Calibri"/>
              <a:cs typeface="Calibri"/>
            </a:endParaRPr>
          </a:p>
          <a:p>
            <a:pPr algn="ctr">
              <a:lnSpc>
                <a:spcPts val="2060"/>
              </a:lnSpc>
            </a:pPr>
            <a:r>
              <a:rPr sz="1800" b="1" spc="-10" dirty="0">
                <a:solidFill>
                  <a:srgbClr val="FFFFFF"/>
                </a:solidFill>
                <a:latin typeface="Calibri"/>
                <a:cs typeface="Calibri"/>
              </a:rPr>
              <a:t>Launch</a:t>
            </a:r>
            <a:r>
              <a:rPr sz="1800" b="1" spc="-20" dirty="0">
                <a:solidFill>
                  <a:srgbClr val="FFFFFF"/>
                </a:solidFill>
                <a:latin typeface="Calibri"/>
                <a:cs typeface="Calibri"/>
              </a:rPr>
              <a:t> </a:t>
            </a:r>
            <a:r>
              <a:rPr sz="1800" b="1" spc="-5" dirty="0">
                <a:solidFill>
                  <a:srgbClr val="FFFFFF"/>
                </a:solidFill>
                <a:latin typeface="Calibri"/>
                <a:cs typeface="Calibri"/>
              </a:rPr>
              <a:t>Wiki</a:t>
            </a:r>
            <a:r>
              <a:rPr sz="1800" b="1" spc="-25" dirty="0">
                <a:solidFill>
                  <a:srgbClr val="FFFFFF"/>
                </a:solidFill>
                <a:latin typeface="Calibri"/>
                <a:cs typeface="Calibri"/>
              </a:rPr>
              <a:t> </a:t>
            </a:r>
            <a:r>
              <a:rPr sz="1800" b="1" spc="-10" dirty="0">
                <a:solidFill>
                  <a:srgbClr val="FFFFFF"/>
                </a:solidFill>
                <a:latin typeface="Calibri"/>
                <a:cs typeface="Calibri"/>
              </a:rPr>
              <a:t>page</a:t>
            </a:r>
            <a:endParaRPr sz="1800">
              <a:latin typeface="Calibri"/>
              <a:cs typeface="Calibri"/>
            </a:endParaRPr>
          </a:p>
        </p:txBody>
      </p:sp>
      <p:grpSp>
        <p:nvGrpSpPr>
          <p:cNvPr id="9" name="object 7">
            <a:extLst>
              <a:ext uri="{FF2B5EF4-FFF2-40B4-BE49-F238E27FC236}">
                <a16:creationId xmlns:a16="http://schemas.microsoft.com/office/drawing/2014/main" id="{42BFA950-49B4-82D5-ECF7-4ECAE8C80AD6}"/>
              </a:ext>
            </a:extLst>
          </p:cNvPr>
          <p:cNvGrpSpPr/>
          <p:nvPr/>
        </p:nvGrpSpPr>
        <p:grpSpPr>
          <a:xfrm>
            <a:off x="7244080" y="2893021"/>
            <a:ext cx="2792095" cy="1542415"/>
            <a:chOff x="7244080" y="2893021"/>
            <a:chExt cx="2792095" cy="1542415"/>
          </a:xfrm>
        </p:grpSpPr>
        <p:pic>
          <p:nvPicPr>
            <p:cNvPr id="10" name="object 8">
              <a:extLst>
                <a:ext uri="{FF2B5EF4-FFF2-40B4-BE49-F238E27FC236}">
                  <a16:creationId xmlns:a16="http://schemas.microsoft.com/office/drawing/2014/main" id="{6E2729E6-3C91-473E-2B95-A67579F6D904}"/>
                </a:ext>
              </a:extLst>
            </p:cNvPr>
            <p:cNvPicPr/>
            <p:nvPr/>
          </p:nvPicPr>
          <p:blipFill>
            <a:blip r:embed="rId4" cstate="print"/>
            <a:stretch>
              <a:fillRect/>
            </a:stretch>
          </p:blipFill>
          <p:spPr>
            <a:xfrm>
              <a:off x="8387080" y="2893021"/>
              <a:ext cx="503186" cy="424472"/>
            </a:xfrm>
            <a:prstGeom prst="rect">
              <a:avLst/>
            </a:prstGeom>
          </p:spPr>
        </p:pic>
        <p:pic>
          <p:nvPicPr>
            <p:cNvPr id="12" name="object 9">
              <a:extLst>
                <a:ext uri="{FF2B5EF4-FFF2-40B4-BE49-F238E27FC236}">
                  <a16:creationId xmlns:a16="http://schemas.microsoft.com/office/drawing/2014/main" id="{0F06AA48-A6F5-7E6F-0074-DA7040E0ECC3}"/>
                </a:ext>
              </a:extLst>
            </p:cNvPr>
            <p:cNvPicPr/>
            <p:nvPr/>
          </p:nvPicPr>
          <p:blipFill>
            <a:blip r:embed="rId3" cstate="print"/>
            <a:stretch>
              <a:fillRect/>
            </a:stretch>
          </p:blipFill>
          <p:spPr>
            <a:xfrm>
              <a:off x="7244080" y="3352787"/>
              <a:ext cx="2791714" cy="1082306"/>
            </a:xfrm>
            <a:prstGeom prst="rect">
              <a:avLst/>
            </a:prstGeom>
          </p:spPr>
        </p:pic>
      </p:grpSp>
      <p:grpSp>
        <p:nvGrpSpPr>
          <p:cNvPr id="13" name="object 11">
            <a:extLst>
              <a:ext uri="{FF2B5EF4-FFF2-40B4-BE49-F238E27FC236}">
                <a16:creationId xmlns:a16="http://schemas.microsoft.com/office/drawing/2014/main" id="{25841966-D9D6-190F-6EA1-5829C9D207D5}"/>
              </a:ext>
            </a:extLst>
          </p:cNvPr>
          <p:cNvGrpSpPr/>
          <p:nvPr/>
        </p:nvGrpSpPr>
        <p:grpSpPr>
          <a:xfrm>
            <a:off x="7244080" y="4470362"/>
            <a:ext cx="2792095" cy="1542415"/>
            <a:chOff x="7244080" y="4470362"/>
            <a:chExt cx="2792095" cy="1542415"/>
          </a:xfrm>
        </p:grpSpPr>
        <p:pic>
          <p:nvPicPr>
            <p:cNvPr id="14" name="object 12">
              <a:extLst>
                <a:ext uri="{FF2B5EF4-FFF2-40B4-BE49-F238E27FC236}">
                  <a16:creationId xmlns:a16="http://schemas.microsoft.com/office/drawing/2014/main" id="{8696116E-A976-A57B-0ED3-1250B90B34FC}"/>
                </a:ext>
              </a:extLst>
            </p:cNvPr>
            <p:cNvPicPr/>
            <p:nvPr/>
          </p:nvPicPr>
          <p:blipFill>
            <a:blip r:embed="rId4" cstate="print"/>
            <a:stretch>
              <a:fillRect/>
            </a:stretch>
          </p:blipFill>
          <p:spPr>
            <a:xfrm>
              <a:off x="8387080" y="4470362"/>
              <a:ext cx="503186" cy="424472"/>
            </a:xfrm>
            <a:prstGeom prst="rect">
              <a:avLst/>
            </a:prstGeom>
          </p:spPr>
        </p:pic>
        <p:pic>
          <p:nvPicPr>
            <p:cNvPr id="15" name="object 13">
              <a:extLst>
                <a:ext uri="{FF2B5EF4-FFF2-40B4-BE49-F238E27FC236}">
                  <a16:creationId xmlns:a16="http://schemas.microsoft.com/office/drawing/2014/main" id="{1061D662-BEC0-528C-3159-61D31844C5AB}"/>
                </a:ext>
              </a:extLst>
            </p:cNvPr>
            <p:cNvPicPr/>
            <p:nvPr/>
          </p:nvPicPr>
          <p:blipFill>
            <a:blip r:embed="rId3" cstate="print"/>
            <a:stretch>
              <a:fillRect/>
            </a:stretch>
          </p:blipFill>
          <p:spPr>
            <a:xfrm>
              <a:off x="7244080" y="4932680"/>
              <a:ext cx="2791714" cy="1079766"/>
            </a:xfrm>
            <a:prstGeom prst="rect">
              <a:avLst/>
            </a:prstGeom>
          </p:spPr>
        </p:pic>
      </p:grpSp>
      <p:sp>
        <p:nvSpPr>
          <p:cNvPr id="16" name="object 14">
            <a:extLst>
              <a:ext uri="{FF2B5EF4-FFF2-40B4-BE49-F238E27FC236}">
                <a16:creationId xmlns:a16="http://schemas.microsoft.com/office/drawing/2014/main" id="{90F879F3-8B86-4D00-9F9E-97D7DDF857BB}"/>
              </a:ext>
            </a:extLst>
          </p:cNvPr>
          <p:cNvSpPr txBox="1"/>
          <p:nvPr/>
        </p:nvSpPr>
        <p:spPr>
          <a:xfrm>
            <a:off x="7453376" y="5049139"/>
            <a:ext cx="2373630" cy="795655"/>
          </a:xfrm>
          <a:prstGeom prst="rect">
            <a:avLst/>
          </a:prstGeom>
        </p:spPr>
        <p:txBody>
          <a:bodyPr vert="horz" wrap="square" lIns="0" tIns="39369" rIns="0" bIns="0" rtlCol="0">
            <a:spAutoFit/>
          </a:bodyPr>
          <a:lstStyle/>
          <a:p>
            <a:pPr marL="12700" marR="5080" indent="8890" algn="ctr">
              <a:lnSpc>
                <a:spcPct val="90300"/>
              </a:lnSpc>
              <a:spcBef>
                <a:spcPts val="309"/>
              </a:spcBef>
            </a:pPr>
            <a:r>
              <a:rPr sz="1800" b="1" spc="-15" dirty="0">
                <a:solidFill>
                  <a:srgbClr val="FFFFFF"/>
                </a:solidFill>
                <a:latin typeface="Calibri"/>
                <a:cs typeface="Calibri"/>
              </a:rPr>
              <a:t>Create</a:t>
            </a:r>
            <a:r>
              <a:rPr sz="1800" b="1" spc="-5" dirty="0">
                <a:solidFill>
                  <a:srgbClr val="FFFFFF"/>
                </a:solidFill>
                <a:latin typeface="Calibri"/>
                <a:cs typeface="Calibri"/>
              </a:rPr>
              <a:t> </a:t>
            </a:r>
            <a:r>
              <a:rPr sz="1800" b="1" dirty="0">
                <a:solidFill>
                  <a:srgbClr val="FFFFFF"/>
                </a:solidFill>
                <a:latin typeface="Calibri"/>
                <a:cs typeface="Calibri"/>
              </a:rPr>
              <a:t>a</a:t>
            </a:r>
            <a:r>
              <a:rPr sz="1800" b="1" spc="-5" dirty="0">
                <a:solidFill>
                  <a:srgbClr val="FFFFFF"/>
                </a:solidFill>
                <a:latin typeface="Calibri"/>
                <a:cs typeface="Calibri"/>
              </a:rPr>
              <a:t> </a:t>
            </a:r>
            <a:r>
              <a:rPr sz="1800" b="1" spc="-15" dirty="0">
                <a:solidFill>
                  <a:srgbClr val="FFFFFF"/>
                </a:solidFill>
                <a:latin typeface="Calibri"/>
                <a:cs typeface="Calibri"/>
              </a:rPr>
              <a:t>data</a:t>
            </a:r>
            <a:r>
              <a:rPr sz="1800" b="1" spc="15" dirty="0">
                <a:solidFill>
                  <a:srgbClr val="FFFFFF"/>
                </a:solidFill>
                <a:latin typeface="Calibri"/>
                <a:cs typeface="Calibri"/>
              </a:rPr>
              <a:t> </a:t>
            </a:r>
            <a:r>
              <a:rPr sz="1800" b="1" spc="-15" dirty="0">
                <a:solidFill>
                  <a:srgbClr val="FFFFFF"/>
                </a:solidFill>
                <a:latin typeface="Calibri"/>
                <a:cs typeface="Calibri"/>
              </a:rPr>
              <a:t>frame</a:t>
            </a:r>
            <a:r>
              <a:rPr sz="1800" b="1" spc="15" dirty="0">
                <a:solidFill>
                  <a:srgbClr val="FFFFFF"/>
                </a:solidFill>
                <a:latin typeface="Calibri"/>
                <a:cs typeface="Calibri"/>
              </a:rPr>
              <a:t> </a:t>
            </a:r>
            <a:r>
              <a:rPr sz="1800" b="1" dirty="0">
                <a:solidFill>
                  <a:srgbClr val="FFFFFF"/>
                </a:solidFill>
                <a:latin typeface="Calibri"/>
                <a:cs typeface="Calibri"/>
              </a:rPr>
              <a:t>by </a:t>
            </a:r>
            <a:r>
              <a:rPr sz="1800" b="1" spc="5" dirty="0">
                <a:solidFill>
                  <a:srgbClr val="FFFFFF"/>
                </a:solidFill>
                <a:latin typeface="Calibri"/>
                <a:cs typeface="Calibri"/>
              </a:rPr>
              <a:t> </a:t>
            </a:r>
            <a:r>
              <a:rPr sz="1800" b="1" spc="-10" dirty="0">
                <a:solidFill>
                  <a:srgbClr val="FFFFFF"/>
                </a:solidFill>
                <a:latin typeface="Calibri"/>
                <a:cs typeface="Calibri"/>
              </a:rPr>
              <a:t>parsing </a:t>
            </a:r>
            <a:r>
              <a:rPr sz="1800" b="1" spc="-5" dirty="0">
                <a:solidFill>
                  <a:srgbClr val="FFFFFF"/>
                </a:solidFill>
                <a:latin typeface="Calibri"/>
                <a:cs typeface="Calibri"/>
              </a:rPr>
              <a:t>the </a:t>
            </a:r>
            <a:r>
              <a:rPr sz="1800" b="1" spc="-10" dirty="0">
                <a:solidFill>
                  <a:srgbClr val="FFFFFF"/>
                </a:solidFill>
                <a:latin typeface="Calibri"/>
                <a:cs typeface="Calibri"/>
              </a:rPr>
              <a:t>launch </a:t>
            </a:r>
            <a:r>
              <a:rPr sz="1800" b="1" dirty="0">
                <a:solidFill>
                  <a:srgbClr val="FFFFFF"/>
                </a:solidFill>
                <a:latin typeface="Calibri"/>
                <a:cs typeface="Calibri"/>
              </a:rPr>
              <a:t>HTML </a:t>
            </a:r>
            <a:r>
              <a:rPr sz="1800" b="1" spc="-395" dirty="0">
                <a:solidFill>
                  <a:srgbClr val="FFFFFF"/>
                </a:solidFill>
                <a:latin typeface="Calibri"/>
                <a:cs typeface="Calibri"/>
              </a:rPr>
              <a:t> </a:t>
            </a:r>
            <a:r>
              <a:rPr sz="1800" b="1" spc="-10" dirty="0">
                <a:solidFill>
                  <a:srgbClr val="FFFFFF"/>
                </a:solidFill>
                <a:latin typeface="Calibri"/>
                <a:cs typeface="Calibri"/>
              </a:rPr>
              <a:t>tables</a:t>
            </a:r>
            <a:endParaRPr sz="1800">
              <a:latin typeface="Calibri"/>
              <a:cs typeface="Calibri"/>
            </a:endParaRPr>
          </a:p>
        </p:txBody>
      </p:sp>
      <p:sp>
        <p:nvSpPr>
          <p:cNvPr id="17" name="object 10">
            <a:extLst>
              <a:ext uri="{FF2B5EF4-FFF2-40B4-BE49-F238E27FC236}">
                <a16:creationId xmlns:a16="http://schemas.microsoft.com/office/drawing/2014/main" id="{675F0EB5-2C8A-E4B4-3228-B28A111E720B}"/>
              </a:ext>
            </a:extLst>
          </p:cNvPr>
          <p:cNvSpPr txBox="1"/>
          <p:nvPr/>
        </p:nvSpPr>
        <p:spPr>
          <a:xfrm>
            <a:off x="7354189" y="3470909"/>
            <a:ext cx="2575560" cy="795655"/>
          </a:xfrm>
          <a:prstGeom prst="rect">
            <a:avLst/>
          </a:prstGeom>
        </p:spPr>
        <p:txBody>
          <a:bodyPr vert="horz" wrap="square" lIns="0" tIns="39369" rIns="0" bIns="0" rtlCol="0">
            <a:spAutoFit/>
          </a:bodyPr>
          <a:lstStyle/>
          <a:p>
            <a:pPr marL="12700" marR="5080" algn="ctr">
              <a:lnSpc>
                <a:spcPct val="90300"/>
              </a:lnSpc>
              <a:spcBef>
                <a:spcPts val="309"/>
              </a:spcBef>
            </a:pPr>
            <a:r>
              <a:rPr sz="1800" b="1" spc="-10" dirty="0">
                <a:solidFill>
                  <a:srgbClr val="FFFFFF"/>
                </a:solidFill>
                <a:latin typeface="Calibri"/>
                <a:cs typeface="Calibri"/>
              </a:rPr>
              <a:t>Extract </a:t>
            </a:r>
            <a:r>
              <a:rPr sz="1800" b="1" spc="-5" dirty="0">
                <a:solidFill>
                  <a:srgbClr val="FFFFFF"/>
                </a:solidFill>
                <a:latin typeface="Calibri"/>
                <a:cs typeface="Calibri"/>
              </a:rPr>
              <a:t>all </a:t>
            </a:r>
            <a:r>
              <a:rPr sz="1800" b="1" spc="-10" dirty="0">
                <a:solidFill>
                  <a:srgbClr val="FFFFFF"/>
                </a:solidFill>
                <a:latin typeface="Calibri"/>
                <a:cs typeface="Calibri"/>
              </a:rPr>
              <a:t>column/variable </a:t>
            </a:r>
            <a:r>
              <a:rPr sz="1800" b="1" spc="-395" dirty="0">
                <a:solidFill>
                  <a:srgbClr val="FFFFFF"/>
                </a:solidFill>
                <a:latin typeface="Calibri"/>
                <a:cs typeface="Calibri"/>
              </a:rPr>
              <a:t> </a:t>
            </a:r>
            <a:r>
              <a:rPr sz="1800" b="1" spc="-10" dirty="0">
                <a:solidFill>
                  <a:srgbClr val="FFFFFF"/>
                </a:solidFill>
                <a:latin typeface="Calibri"/>
                <a:cs typeface="Calibri"/>
              </a:rPr>
              <a:t>names</a:t>
            </a:r>
            <a:r>
              <a:rPr sz="1800" b="1" dirty="0">
                <a:solidFill>
                  <a:srgbClr val="FFFFFF"/>
                </a:solidFill>
                <a:latin typeface="Calibri"/>
                <a:cs typeface="Calibri"/>
              </a:rPr>
              <a:t> </a:t>
            </a:r>
            <a:r>
              <a:rPr sz="1800" b="1" spc="-10" dirty="0">
                <a:solidFill>
                  <a:srgbClr val="FFFFFF"/>
                </a:solidFill>
                <a:latin typeface="Calibri"/>
                <a:cs typeface="Calibri"/>
              </a:rPr>
              <a:t>from</a:t>
            </a:r>
            <a:r>
              <a:rPr sz="1800" b="1" dirty="0">
                <a:solidFill>
                  <a:srgbClr val="FFFFFF"/>
                </a:solidFill>
                <a:latin typeface="Calibri"/>
                <a:cs typeface="Calibri"/>
              </a:rPr>
              <a:t> </a:t>
            </a:r>
            <a:r>
              <a:rPr sz="1800" b="1" spc="-5" dirty="0">
                <a:solidFill>
                  <a:srgbClr val="FFFFFF"/>
                </a:solidFill>
                <a:latin typeface="Calibri"/>
                <a:cs typeface="Calibri"/>
              </a:rPr>
              <a:t>the</a:t>
            </a:r>
            <a:r>
              <a:rPr sz="1800" b="1" spc="-10" dirty="0">
                <a:solidFill>
                  <a:srgbClr val="FFFFFF"/>
                </a:solidFill>
                <a:latin typeface="Calibri"/>
                <a:cs typeface="Calibri"/>
              </a:rPr>
              <a:t> </a:t>
            </a:r>
            <a:r>
              <a:rPr sz="1800" b="1" dirty="0">
                <a:solidFill>
                  <a:srgbClr val="FFFFFF"/>
                </a:solidFill>
                <a:latin typeface="Calibri"/>
                <a:cs typeface="Calibri"/>
              </a:rPr>
              <a:t>HTML </a:t>
            </a:r>
            <a:r>
              <a:rPr sz="1800" b="1" spc="5" dirty="0">
                <a:solidFill>
                  <a:srgbClr val="FFFFFF"/>
                </a:solidFill>
                <a:latin typeface="Calibri"/>
                <a:cs typeface="Calibri"/>
              </a:rPr>
              <a:t> </a:t>
            </a:r>
            <a:r>
              <a:rPr sz="1800" b="1" spc="-10" dirty="0">
                <a:solidFill>
                  <a:srgbClr val="FFFFFF"/>
                </a:solidFill>
                <a:latin typeface="Calibri"/>
                <a:cs typeface="Calibri"/>
              </a:rPr>
              <a:t>table</a:t>
            </a:r>
            <a:r>
              <a:rPr sz="1800" b="1" spc="-5" dirty="0">
                <a:solidFill>
                  <a:srgbClr val="FFFFFF"/>
                </a:solidFill>
                <a:latin typeface="Calibri"/>
                <a:cs typeface="Calibri"/>
              </a:rPr>
              <a:t> </a:t>
            </a:r>
            <a:r>
              <a:rPr sz="1800" b="1" spc="-10" dirty="0">
                <a:solidFill>
                  <a:srgbClr val="FFFFFF"/>
                </a:solidFill>
                <a:latin typeface="Calibri"/>
                <a:cs typeface="Calibri"/>
              </a:rPr>
              <a:t>header</a:t>
            </a:r>
            <a:endParaRPr sz="1800" dirty="0">
              <a:latin typeface="Calibri"/>
              <a:cs typeface="Calibri"/>
            </a:endParaRPr>
          </a:p>
        </p:txBody>
      </p:sp>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
        <p:nvSpPr>
          <p:cNvPr id="2" name="object 2">
            <a:extLst>
              <a:ext uri="{FF2B5EF4-FFF2-40B4-BE49-F238E27FC236}">
                <a16:creationId xmlns:a16="http://schemas.microsoft.com/office/drawing/2014/main" id="{D5987DB6-AEBA-A2A2-4982-1686C0851728}"/>
              </a:ext>
            </a:extLst>
          </p:cNvPr>
          <p:cNvSpPr txBox="1"/>
          <p:nvPr/>
        </p:nvSpPr>
        <p:spPr>
          <a:xfrm>
            <a:off x="848994" y="1808734"/>
            <a:ext cx="8555355" cy="1821814"/>
          </a:xfrm>
          <a:prstGeom prst="rect">
            <a:avLst/>
          </a:prstGeom>
        </p:spPr>
        <p:txBody>
          <a:bodyPr vert="horz" wrap="square" lIns="0" tIns="50165" rIns="0" bIns="0" rtlCol="0">
            <a:spAutoFit/>
          </a:bodyPr>
          <a:lstStyle/>
          <a:p>
            <a:pPr marL="241300" marR="173355" indent="-228600">
              <a:lnSpc>
                <a:spcPts val="2380"/>
              </a:lnSpc>
              <a:spcBef>
                <a:spcPts val="395"/>
              </a:spcBef>
              <a:buFont typeface="Arial MT"/>
              <a:buChar char="•"/>
              <a:tabLst>
                <a:tab pos="240665" algn="l"/>
                <a:tab pos="241300" algn="l"/>
              </a:tabLst>
            </a:pPr>
            <a:r>
              <a:rPr sz="2200" spc="-30" dirty="0">
                <a:solidFill>
                  <a:srgbClr val="292929"/>
                </a:solidFill>
                <a:latin typeface="Microsoft Sans Serif"/>
                <a:cs typeface="Microsoft Sans Serif"/>
              </a:rPr>
              <a:t>Initially </a:t>
            </a:r>
            <a:r>
              <a:rPr sz="2200" spc="-100" dirty="0">
                <a:solidFill>
                  <a:srgbClr val="292929"/>
                </a:solidFill>
                <a:latin typeface="Microsoft Sans Serif"/>
                <a:cs typeface="Microsoft Sans Serif"/>
              </a:rPr>
              <a:t>some</a:t>
            </a:r>
            <a:r>
              <a:rPr sz="2200" spc="-95" dirty="0">
                <a:solidFill>
                  <a:srgbClr val="292929"/>
                </a:solidFill>
                <a:latin typeface="Microsoft Sans Serif"/>
                <a:cs typeface="Microsoft Sans Serif"/>
              </a:rPr>
              <a:t> </a:t>
            </a:r>
            <a:r>
              <a:rPr sz="2200" spc="-50" dirty="0">
                <a:solidFill>
                  <a:srgbClr val="292929"/>
                </a:solidFill>
                <a:latin typeface="Microsoft Sans Serif"/>
                <a:cs typeface="Microsoft Sans Serif"/>
              </a:rPr>
              <a:t>Exploratory </a:t>
            </a:r>
            <a:r>
              <a:rPr sz="2200" spc="-65" dirty="0">
                <a:solidFill>
                  <a:srgbClr val="292929"/>
                </a:solidFill>
                <a:latin typeface="Microsoft Sans Serif"/>
                <a:cs typeface="Microsoft Sans Serif"/>
              </a:rPr>
              <a:t>Data </a:t>
            </a:r>
            <a:r>
              <a:rPr sz="2200" spc="-80" dirty="0">
                <a:solidFill>
                  <a:srgbClr val="292929"/>
                </a:solidFill>
                <a:latin typeface="Microsoft Sans Serif"/>
                <a:cs typeface="Microsoft Sans Serif"/>
              </a:rPr>
              <a:t>Analysis </a:t>
            </a:r>
            <a:r>
              <a:rPr sz="2200" spc="-150" dirty="0">
                <a:solidFill>
                  <a:srgbClr val="292929"/>
                </a:solidFill>
                <a:latin typeface="Microsoft Sans Serif"/>
                <a:cs typeface="Microsoft Sans Serif"/>
              </a:rPr>
              <a:t>(EDA)</a:t>
            </a:r>
            <a:r>
              <a:rPr sz="2200" spc="-145" dirty="0">
                <a:solidFill>
                  <a:srgbClr val="292929"/>
                </a:solidFill>
                <a:latin typeface="Microsoft Sans Serif"/>
                <a:cs typeface="Microsoft Sans Serif"/>
              </a:rPr>
              <a:t> </a:t>
            </a:r>
            <a:r>
              <a:rPr sz="2200" spc="-114" dirty="0">
                <a:solidFill>
                  <a:srgbClr val="292929"/>
                </a:solidFill>
                <a:latin typeface="Microsoft Sans Serif"/>
                <a:cs typeface="Microsoft Sans Serif"/>
              </a:rPr>
              <a:t>was</a:t>
            </a:r>
            <a:r>
              <a:rPr sz="2200" spc="-110" dirty="0">
                <a:solidFill>
                  <a:srgbClr val="292929"/>
                </a:solidFill>
                <a:latin typeface="Microsoft Sans Serif"/>
                <a:cs typeface="Microsoft Sans Serif"/>
              </a:rPr>
              <a:t> </a:t>
            </a:r>
            <a:r>
              <a:rPr sz="2200" spc="-35" dirty="0">
                <a:solidFill>
                  <a:srgbClr val="292929"/>
                </a:solidFill>
                <a:latin typeface="Microsoft Sans Serif"/>
                <a:cs typeface="Microsoft Sans Serif"/>
              </a:rPr>
              <a:t>performed on </a:t>
            </a:r>
            <a:r>
              <a:rPr sz="2200" spc="-30" dirty="0">
                <a:solidFill>
                  <a:srgbClr val="292929"/>
                </a:solidFill>
                <a:latin typeface="Microsoft Sans Serif"/>
                <a:cs typeface="Microsoft Sans Serif"/>
              </a:rPr>
              <a:t>the </a:t>
            </a:r>
            <a:r>
              <a:rPr sz="2200" spc="-570" dirty="0">
                <a:solidFill>
                  <a:srgbClr val="292929"/>
                </a:solidFill>
                <a:latin typeface="Microsoft Sans Serif"/>
                <a:cs typeface="Microsoft Sans Serif"/>
              </a:rPr>
              <a:t> </a:t>
            </a:r>
            <a:r>
              <a:rPr sz="2200" spc="-60" dirty="0">
                <a:solidFill>
                  <a:srgbClr val="292929"/>
                </a:solidFill>
                <a:latin typeface="Microsoft Sans Serif"/>
                <a:cs typeface="Microsoft Sans Serif"/>
              </a:rPr>
              <a:t>dataset.</a:t>
            </a:r>
            <a:endParaRPr sz="2200" dirty="0">
              <a:latin typeface="Microsoft Sans Serif"/>
              <a:cs typeface="Microsoft Sans Serif"/>
            </a:endParaRPr>
          </a:p>
          <a:p>
            <a:pPr marL="241300" indent="-228600">
              <a:lnSpc>
                <a:spcPts val="2510"/>
              </a:lnSpc>
              <a:spcBef>
                <a:spcPts val="705"/>
              </a:spcBef>
              <a:buFont typeface="Arial MT"/>
              <a:buChar char="•"/>
              <a:tabLst>
                <a:tab pos="240665" algn="l"/>
                <a:tab pos="241300" algn="l"/>
              </a:tabLst>
            </a:pPr>
            <a:r>
              <a:rPr sz="2200" spc="-125" dirty="0">
                <a:solidFill>
                  <a:srgbClr val="292929"/>
                </a:solidFill>
                <a:latin typeface="Microsoft Sans Serif"/>
                <a:cs typeface="Microsoft Sans Serif"/>
              </a:rPr>
              <a:t>Then</a:t>
            </a:r>
            <a:r>
              <a:rPr sz="2200" spc="7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90" dirty="0">
                <a:solidFill>
                  <a:srgbClr val="292929"/>
                </a:solidFill>
                <a:latin typeface="Microsoft Sans Serif"/>
                <a:cs typeface="Microsoft Sans Serif"/>
              </a:rPr>
              <a:t>summaries</a:t>
            </a:r>
            <a:r>
              <a:rPr sz="2200" spc="75" dirty="0">
                <a:solidFill>
                  <a:srgbClr val="292929"/>
                </a:solidFill>
                <a:latin typeface="Microsoft Sans Serif"/>
                <a:cs typeface="Microsoft Sans Serif"/>
              </a:rPr>
              <a:t> </a:t>
            </a:r>
            <a:r>
              <a:rPr sz="2200" spc="-95" dirty="0">
                <a:solidFill>
                  <a:srgbClr val="292929"/>
                </a:solidFill>
                <a:latin typeface="Microsoft Sans Serif"/>
                <a:cs typeface="Microsoft Sans Serif"/>
              </a:rPr>
              <a:t>launches</a:t>
            </a:r>
            <a:r>
              <a:rPr sz="2200" spc="90" dirty="0">
                <a:solidFill>
                  <a:srgbClr val="292929"/>
                </a:solidFill>
                <a:latin typeface="Microsoft Sans Serif"/>
                <a:cs typeface="Microsoft Sans Serif"/>
              </a:rPr>
              <a:t> </a:t>
            </a:r>
            <a:r>
              <a:rPr sz="2200" spc="-30" dirty="0">
                <a:solidFill>
                  <a:srgbClr val="292929"/>
                </a:solidFill>
                <a:latin typeface="Microsoft Sans Serif"/>
                <a:cs typeface="Microsoft Sans Serif"/>
              </a:rPr>
              <a:t>per</a:t>
            </a:r>
            <a:r>
              <a:rPr sz="2200" spc="85" dirty="0">
                <a:solidFill>
                  <a:srgbClr val="292929"/>
                </a:solidFill>
                <a:latin typeface="Microsoft Sans Serif"/>
                <a:cs typeface="Microsoft Sans Serif"/>
              </a:rPr>
              <a:t> </a:t>
            </a:r>
            <a:r>
              <a:rPr sz="2200" spc="-55" dirty="0">
                <a:solidFill>
                  <a:srgbClr val="292929"/>
                </a:solidFill>
                <a:latin typeface="Microsoft Sans Serif"/>
                <a:cs typeface="Microsoft Sans Serif"/>
              </a:rPr>
              <a:t>site,</a:t>
            </a:r>
            <a:r>
              <a:rPr sz="2200" spc="70" dirty="0">
                <a:solidFill>
                  <a:srgbClr val="292929"/>
                </a:solidFill>
                <a:latin typeface="Microsoft Sans Serif"/>
                <a:cs typeface="Microsoft Sans Serif"/>
              </a:rPr>
              <a:t> </a:t>
            </a:r>
            <a:r>
              <a:rPr sz="2200" spc="-85" dirty="0">
                <a:solidFill>
                  <a:srgbClr val="292929"/>
                </a:solidFill>
                <a:latin typeface="Microsoft Sans Serif"/>
                <a:cs typeface="Microsoft Sans Serif"/>
              </a:rPr>
              <a:t>occurrences</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65" dirty="0">
                <a:solidFill>
                  <a:srgbClr val="292929"/>
                </a:solidFill>
                <a:latin typeface="Microsoft Sans Serif"/>
                <a:cs typeface="Microsoft Sans Serif"/>
              </a:rPr>
              <a:t> </a:t>
            </a:r>
            <a:r>
              <a:rPr sz="2200" spc="-114" dirty="0">
                <a:solidFill>
                  <a:srgbClr val="292929"/>
                </a:solidFill>
                <a:latin typeface="Microsoft Sans Serif"/>
                <a:cs typeface="Microsoft Sans Serif"/>
              </a:rPr>
              <a:t>each</a:t>
            </a:r>
            <a:r>
              <a:rPr sz="2200" spc="70" dirty="0">
                <a:solidFill>
                  <a:srgbClr val="292929"/>
                </a:solidFill>
                <a:latin typeface="Microsoft Sans Serif"/>
                <a:cs typeface="Microsoft Sans Serif"/>
              </a:rPr>
              <a:t> </a:t>
            </a:r>
            <a:r>
              <a:rPr sz="2200" spc="30" dirty="0">
                <a:solidFill>
                  <a:srgbClr val="292929"/>
                </a:solidFill>
                <a:latin typeface="Microsoft Sans Serif"/>
                <a:cs typeface="Microsoft Sans Serif"/>
              </a:rPr>
              <a:t>orbit</a:t>
            </a:r>
            <a:r>
              <a:rPr sz="2200" spc="9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endParaRPr sz="2200" dirty="0">
              <a:latin typeface="Microsoft Sans Serif"/>
              <a:cs typeface="Microsoft Sans Serif"/>
            </a:endParaRPr>
          </a:p>
          <a:p>
            <a:pPr marL="241300">
              <a:lnSpc>
                <a:spcPts val="2510"/>
              </a:lnSpc>
            </a:pPr>
            <a:r>
              <a:rPr sz="2200" spc="-85" dirty="0">
                <a:solidFill>
                  <a:srgbClr val="292929"/>
                </a:solidFill>
                <a:latin typeface="Microsoft Sans Serif"/>
                <a:cs typeface="Microsoft Sans Serif"/>
              </a:rPr>
              <a:t>occurrences</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65" dirty="0">
                <a:solidFill>
                  <a:srgbClr val="292929"/>
                </a:solidFill>
                <a:latin typeface="Microsoft Sans Serif"/>
                <a:cs typeface="Microsoft Sans Serif"/>
              </a:rPr>
              <a:t> </a:t>
            </a:r>
            <a:r>
              <a:rPr sz="2200" spc="-65" dirty="0">
                <a:solidFill>
                  <a:srgbClr val="292929"/>
                </a:solidFill>
                <a:latin typeface="Microsoft Sans Serif"/>
                <a:cs typeface="Microsoft Sans Serif"/>
              </a:rPr>
              <a:t>mission</a:t>
            </a:r>
            <a:r>
              <a:rPr sz="2200" spc="75" dirty="0">
                <a:solidFill>
                  <a:srgbClr val="292929"/>
                </a:solidFill>
                <a:latin typeface="Microsoft Sans Serif"/>
                <a:cs typeface="Microsoft Sans Serif"/>
              </a:rPr>
              <a:t> </a:t>
            </a:r>
            <a:r>
              <a:rPr sz="2200" spc="-50" dirty="0">
                <a:solidFill>
                  <a:srgbClr val="292929"/>
                </a:solidFill>
                <a:latin typeface="Microsoft Sans Serif"/>
                <a:cs typeface="Microsoft Sans Serif"/>
              </a:rPr>
              <a:t>outcome</a:t>
            </a:r>
            <a:r>
              <a:rPr sz="2200" spc="65" dirty="0">
                <a:solidFill>
                  <a:srgbClr val="292929"/>
                </a:solidFill>
                <a:latin typeface="Microsoft Sans Serif"/>
                <a:cs typeface="Microsoft Sans Serif"/>
              </a:rPr>
              <a:t> </a:t>
            </a:r>
            <a:r>
              <a:rPr sz="2200" spc="-30" dirty="0">
                <a:solidFill>
                  <a:srgbClr val="292929"/>
                </a:solidFill>
                <a:latin typeface="Microsoft Sans Serif"/>
                <a:cs typeface="Microsoft Sans Serif"/>
              </a:rPr>
              <a:t>per</a:t>
            </a:r>
            <a:r>
              <a:rPr sz="2200" spc="85" dirty="0">
                <a:solidFill>
                  <a:srgbClr val="292929"/>
                </a:solidFill>
                <a:latin typeface="Microsoft Sans Serif"/>
                <a:cs typeface="Microsoft Sans Serif"/>
              </a:rPr>
              <a:t> </a:t>
            </a:r>
            <a:r>
              <a:rPr sz="2200" spc="30" dirty="0">
                <a:solidFill>
                  <a:srgbClr val="292929"/>
                </a:solidFill>
                <a:latin typeface="Microsoft Sans Serif"/>
                <a:cs typeface="Microsoft Sans Serif"/>
              </a:rPr>
              <a:t>orbit</a:t>
            </a:r>
            <a:r>
              <a:rPr sz="2200" spc="90" dirty="0">
                <a:solidFill>
                  <a:srgbClr val="292929"/>
                </a:solidFill>
                <a:latin typeface="Microsoft Sans Serif"/>
                <a:cs typeface="Microsoft Sans Serif"/>
              </a:rPr>
              <a:t> </a:t>
            </a:r>
            <a:r>
              <a:rPr sz="2200" spc="-30" dirty="0">
                <a:solidFill>
                  <a:srgbClr val="292929"/>
                </a:solidFill>
                <a:latin typeface="Microsoft Sans Serif"/>
                <a:cs typeface="Microsoft Sans Serif"/>
              </a:rPr>
              <a:t>type</a:t>
            </a:r>
            <a:r>
              <a:rPr sz="2200" spc="75"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80" dirty="0">
                <a:solidFill>
                  <a:srgbClr val="292929"/>
                </a:solidFill>
                <a:latin typeface="Microsoft Sans Serif"/>
                <a:cs typeface="Microsoft Sans Serif"/>
              </a:rPr>
              <a:t> </a:t>
            </a:r>
            <a:r>
              <a:rPr sz="2200" spc="-70" dirty="0">
                <a:solidFill>
                  <a:srgbClr val="292929"/>
                </a:solidFill>
                <a:latin typeface="Microsoft Sans Serif"/>
                <a:cs typeface="Microsoft Sans Serif"/>
              </a:rPr>
              <a:t>calculated.</a:t>
            </a:r>
            <a:endParaRPr sz="2200" dirty="0">
              <a:latin typeface="Microsoft Sans Serif"/>
              <a:cs typeface="Microsoft Sans Serif"/>
            </a:endParaRPr>
          </a:p>
          <a:p>
            <a:pPr marL="241300" indent="-228600">
              <a:lnSpc>
                <a:spcPct val="100000"/>
              </a:lnSpc>
              <a:spcBef>
                <a:spcPts val="720"/>
              </a:spcBef>
              <a:buFont typeface="Arial MT"/>
              <a:buChar char="•"/>
              <a:tabLst>
                <a:tab pos="240665" algn="l"/>
                <a:tab pos="241300" algn="l"/>
              </a:tabLst>
            </a:pPr>
            <a:r>
              <a:rPr sz="2200" spc="-70" dirty="0">
                <a:solidFill>
                  <a:srgbClr val="292929"/>
                </a:solidFill>
                <a:latin typeface="Microsoft Sans Serif"/>
                <a:cs typeface="Microsoft Sans Serif"/>
              </a:rPr>
              <a:t>Finally,</a:t>
            </a:r>
            <a:r>
              <a:rPr sz="2200" spc="10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45" dirty="0">
                <a:solidFill>
                  <a:srgbClr val="292929"/>
                </a:solidFill>
                <a:latin typeface="Microsoft Sans Serif"/>
                <a:cs typeface="Microsoft Sans Serif"/>
              </a:rPr>
              <a:t> </a:t>
            </a:r>
            <a:r>
              <a:rPr sz="2200" spc="-30" dirty="0">
                <a:solidFill>
                  <a:srgbClr val="292929"/>
                </a:solidFill>
                <a:latin typeface="Microsoft Sans Serif"/>
                <a:cs typeface="Microsoft Sans Serif"/>
              </a:rPr>
              <a:t>landing</a:t>
            </a:r>
            <a:r>
              <a:rPr sz="2200" spc="85" dirty="0">
                <a:solidFill>
                  <a:srgbClr val="292929"/>
                </a:solidFill>
                <a:latin typeface="Microsoft Sans Serif"/>
                <a:cs typeface="Microsoft Sans Serif"/>
              </a:rPr>
              <a:t> </a:t>
            </a:r>
            <a:r>
              <a:rPr sz="2200" spc="-50" dirty="0">
                <a:solidFill>
                  <a:srgbClr val="292929"/>
                </a:solidFill>
                <a:latin typeface="Microsoft Sans Serif"/>
                <a:cs typeface="Microsoft Sans Serif"/>
              </a:rPr>
              <a:t>outcome</a:t>
            </a:r>
            <a:r>
              <a:rPr sz="2200" spc="55" dirty="0">
                <a:solidFill>
                  <a:srgbClr val="292929"/>
                </a:solidFill>
                <a:latin typeface="Microsoft Sans Serif"/>
                <a:cs typeface="Microsoft Sans Serif"/>
              </a:rPr>
              <a:t> </a:t>
            </a:r>
            <a:r>
              <a:rPr sz="2200" spc="-45" dirty="0">
                <a:solidFill>
                  <a:srgbClr val="292929"/>
                </a:solidFill>
                <a:latin typeface="Microsoft Sans Serif"/>
                <a:cs typeface="Microsoft Sans Serif"/>
              </a:rPr>
              <a:t>label</a:t>
            </a:r>
            <a:r>
              <a:rPr sz="2200" spc="65" dirty="0">
                <a:solidFill>
                  <a:srgbClr val="292929"/>
                </a:solidFill>
                <a:latin typeface="Microsoft Sans Serif"/>
                <a:cs typeface="Microsoft Sans Serif"/>
              </a:rPr>
              <a:t> </a:t>
            </a:r>
            <a:r>
              <a:rPr sz="2200" spc="-114" dirty="0">
                <a:solidFill>
                  <a:srgbClr val="292929"/>
                </a:solidFill>
                <a:latin typeface="Microsoft Sans Serif"/>
                <a:cs typeface="Microsoft Sans Serif"/>
              </a:rPr>
              <a:t>was</a:t>
            </a:r>
            <a:r>
              <a:rPr sz="2200" spc="60" dirty="0">
                <a:solidFill>
                  <a:srgbClr val="292929"/>
                </a:solidFill>
                <a:latin typeface="Microsoft Sans Serif"/>
                <a:cs typeface="Microsoft Sans Serif"/>
              </a:rPr>
              <a:t> </a:t>
            </a:r>
            <a:r>
              <a:rPr sz="2200" spc="-55" dirty="0">
                <a:solidFill>
                  <a:srgbClr val="292929"/>
                </a:solidFill>
                <a:latin typeface="Microsoft Sans Serif"/>
                <a:cs typeface="Microsoft Sans Serif"/>
              </a:rPr>
              <a:t>created</a:t>
            </a:r>
            <a:r>
              <a:rPr sz="2200" spc="60" dirty="0">
                <a:solidFill>
                  <a:srgbClr val="292929"/>
                </a:solidFill>
                <a:latin typeface="Microsoft Sans Serif"/>
                <a:cs typeface="Microsoft Sans Serif"/>
              </a:rPr>
              <a:t> </a:t>
            </a:r>
            <a:r>
              <a:rPr sz="2200" spc="-25" dirty="0">
                <a:solidFill>
                  <a:srgbClr val="292929"/>
                </a:solidFill>
                <a:latin typeface="Microsoft Sans Serif"/>
                <a:cs typeface="Microsoft Sans Serif"/>
              </a:rPr>
              <a:t>from</a:t>
            </a:r>
            <a:r>
              <a:rPr sz="2200" spc="75" dirty="0">
                <a:solidFill>
                  <a:srgbClr val="292929"/>
                </a:solidFill>
                <a:latin typeface="Microsoft Sans Serif"/>
                <a:cs typeface="Microsoft Sans Serif"/>
              </a:rPr>
              <a:t> </a:t>
            </a:r>
            <a:r>
              <a:rPr sz="2200" spc="-75" dirty="0">
                <a:solidFill>
                  <a:srgbClr val="292929"/>
                </a:solidFill>
                <a:latin typeface="Microsoft Sans Serif"/>
                <a:cs typeface="Microsoft Sans Serif"/>
              </a:rPr>
              <a:t>Outcome</a:t>
            </a:r>
            <a:r>
              <a:rPr sz="2200" spc="45" dirty="0">
                <a:solidFill>
                  <a:srgbClr val="292929"/>
                </a:solidFill>
                <a:latin typeface="Microsoft Sans Serif"/>
                <a:cs typeface="Microsoft Sans Serif"/>
              </a:rPr>
              <a:t> </a:t>
            </a:r>
            <a:r>
              <a:rPr sz="2200" spc="-70" dirty="0">
                <a:solidFill>
                  <a:srgbClr val="292929"/>
                </a:solidFill>
                <a:latin typeface="Microsoft Sans Serif"/>
                <a:cs typeface="Microsoft Sans Serif"/>
              </a:rPr>
              <a:t>column.</a:t>
            </a:r>
            <a:endParaRPr sz="2200" dirty="0">
              <a:latin typeface="Microsoft Sans Serif"/>
              <a:cs typeface="Microsoft Sans Serif"/>
            </a:endParaRPr>
          </a:p>
        </p:txBody>
      </p:sp>
      <p:pic>
        <p:nvPicPr>
          <p:cNvPr id="3" name="object 5">
            <a:extLst>
              <a:ext uri="{FF2B5EF4-FFF2-40B4-BE49-F238E27FC236}">
                <a16:creationId xmlns:a16="http://schemas.microsoft.com/office/drawing/2014/main" id="{323B8F40-153A-E379-1C31-38E06023CE9A}"/>
              </a:ext>
            </a:extLst>
          </p:cNvPr>
          <p:cNvPicPr/>
          <p:nvPr/>
        </p:nvPicPr>
        <p:blipFill>
          <a:blip r:embed="rId3" cstate="print"/>
          <a:stretch>
            <a:fillRect/>
          </a:stretch>
        </p:blipFill>
        <p:spPr>
          <a:xfrm>
            <a:off x="1186180" y="3881120"/>
            <a:ext cx="2164334" cy="1310894"/>
          </a:xfrm>
          <a:prstGeom prst="rect">
            <a:avLst/>
          </a:prstGeom>
        </p:spPr>
      </p:pic>
      <p:sp>
        <p:nvSpPr>
          <p:cNvPr id="6" name="object 6">
            <a:extLst>
              <a:ext uri="{FF2B5EF4-FFF2-40B4-BE49-F238E27FC236}">
                <a16:creationId xmlns:a16="http://schemas.microsoft.com/office/drawing/2014/main" id="{C08FF493-8394-1D5A-8C32-6425BA4A81AF}"/>
              </a:ext>
            </a:extLst>
          </p:cNvPr>
          <p:cNvSpPr txBox="1"/>
          <p:nvPr/>
        </p:nvSpPr>
        <p:spPr>
          <a:xfrm>
            <a:off x="2021204" y="4323778"/>
            <a:ext cx="492125" cy="361315"/>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FFFFFF"/>
                </a:solidFill>
                <a:latin typeface="Calibri"/>
                <a:cs typeface="Calibri"/>
              </a:rPr>
              <a:t>E</a:t>
            </a:r>
            <a:r>
              <a:rPr sz="2200" spc="-30" dirty="0">
                <a:solidFill>
                  <a:srgbClr val="FFFFFF"/>
                </a:solidFill>
                <a:latin typeface="Calibri"/>
                <a:cs typeface="Calibri"/>
              </a:rPr>
              <a:t>D</a:t>
            </a:r>
            <a:r>
              <a:rPr sz="2200" dirty="0">
                <a:solidFill>
                  <a:srgbClr val="FFFFFF"/>
                </a:solidFill>
                <a:latin typeface="Calibri"/>
                <a:cs typeface="Calibri"/>
              </a:rPr>
              <a:t>A</a:t>
            </a:r>
            <a:endParaRPr sz="2200">
              <a:latin typeface="Calibri"/>
              <a:cs typeface="Calibri"/>
            </a:endParaRPr>
          </a:p>
        </p:txBody>
      </p:sp>
      <p:pic>
        <p:nvPicPr>
          <p:cNvPr id="7" name="object 7">
            <a:extLst>
              <a:ext uri="{FF2B5EF4-FFF2-40B4-BE49-F238E27FC236}">
                <a16:creationId xmlns:a16="http://schemas.microsoft.com/office/drawing/2014/main" id="{8CE59421-56F9-04C9-C251-AA3398227E66}"/>
              </a:ext>
            </a:extLst>
          </p:cNvPr>
          <p:cNvPicPr/>
          <p:nvPr/>
        </p:nvPicPr>
        <p:blipFill>
          <a:blip r:embed="rId4" cstate="print"/>
          <a:stretch>
            <a:fillRect/>
          </a:stretch>
        </p:blipFill>
        <p:spPr>
          <a:xfrm>
            <a:off x="3533140" y="4257040"/>
            <a:ext cx="482866" cy="559054"/>
          </a:xfrm>
          <a:prstGeom prst="rect">
            <a:avLst/>
          </a:prstGeom>
        </p:spPr>
      </p:pic>
      <p:pic>
        <p:nvPicPr>
          <p:cNvPr id="9" name="object 8">
            <a:extLst>
              <a:ext uri="{FF2B5EF4-FFF2-40B4-BE49-F238E27FC236}">
                <a16:creationId xmlns:a16="http://schemas.microsoft.com/office/drawing/2014/main" id="{A0FB98E3-6530-A992-B659-6F4B18FD17BB}"/>
              </a:ext>
            </a:extLst>
          </p:cNvPr>
          <p:cNvPicPr/>
          <p:nvPr/>
        </p:nvPicPr>
        <p:blipFill>
          <a:blip r:embed="rId5" cstate="print"/>
          <a:stretch>
            <a:fillRect/>
          </a:stretch>
        </p:blipFill>
        <p:spPr>
          <a:xfrm>
            <a:off x="4173220" y="3881120"/>
            <a:ext cx="2166874" cy="1310894"/>
          </a:xfrm>
          <a:prstGeom prst="rect">
            <a:avLst/>
          </a:prstGeom>
        </p:spPr>
      </p:pic>
      <p:sp>
        <p:nvSpPr>
          <p:cNvPr id="10" name="object 9">
            <a:extLst>
              <a:ext uri="{FF2B5EF4-FFF2-40B4-BE49-F238E27FC236}">
                <a16:creationId xmlns:a16="http://schemas.microsoft.com/office/drawing/2014/main" id="{D7E39166-EBEC-1AE4-A619-F5C1C0150186}"/>
              </a:ext>
            </a:extLst>
          </p:cNvPr>
          <p:cNvSpPr txBox="1"/>
          <p:nvPr/>
        </p:nvSpPr>
        <p:spPr>
          <a:xfrm>
            <a:off x="4338065" y="4323778"/>
            <a:ext cx="1841500" cy="361315"/>
          </a:xfrm>
          <a:prstGeom prst="rect">
            <a:avLst/>
          </a:prstGeom>
        </p:spPr>
        <p:txBody>
          <a:bodyPr vert="horz" wrap="square" lIns="0" tIns="12700" rIns="0" bIns="0" rtlCol="0">
            <a:spAutoFit/>
          </a:bodyPr>
          <a:lstStyle/>
          <a:p>
            <a:pPr marL="12700">
              <a:lnSpc>
                <a:spcPct val="100000"/>
              </a:lnSpc>
              <a:spcBef>
                <a:spcPts val="100"/>
              </a:spcBef>
            </a:pPr>
            <a:r>
              <a:rPr sz="2200" spc="-10" dirty="0">
                <a:solidFill>
                  <a:srgbClr val="FFFFFF"/>
                </a:solidFill>
                <a:latin typeface="Calibri"/>
                <a:cs typeface="Calibri"/>
              </a:rPr>
              <a:t>Summarizations</a:t>
            </a:r>
            <a:endParaRPr sz="2200">
              <a:latin typeface="Calibri"/>
              <a:cs typeface="Calibri"/>
            </a:endParaRPr>
          </a:p>
        </p:txBody>
      </p:sp>
      <p:pic>
        <p:nvPicPr>
          <p:cNvPr id="11" name="object 10">
            <a:extLst>
              <a:ext uri="{FF2B5EF4-FFF2-40B4-BE49-F238E27FC236}">
                <a16:creationId xmlns:a16="http://schemas.microsoft.com/office/drawing/2014/main" id="{0739E324-EC1F-3FAB-012A-8696AAAD8566}"/>
              </a:ext>
            </a:extLst>
          </p:cNvPr>
          <p:cNvPicPr/>
          <p:nvPr/>
        </p:nvPicPr>
        <p:blipFill>
          <a:blip r:embed="rId4" cstate="print"/>
          <a:stretch>
            <a:fillRect/>
          </a:stretch>
        </p:blipFill>
        <p:spPr>
          <a:xfrm>
            <a:off x="6522719" y="4257040"/>
            <a:ext cx="482866" cy="559054"/>
          </a:xfrm>
          <a:prstGeom prst="rect">
            <a:avLst/>
          </a:prstGeom>
        </p:spPr>
      </p:pic>
      <p:pic>
        <p:nvPicPr>
          <p:cNvPr id="12" name="object 11">
            <a:extLst>
              <a:ext uri="{FF2B5EF4-FFF2-40B4-BE49-F238E27FC236}">
                <a16:creationId xmlns:a16="http://schemas.microsoft.com/office/drawing/2014/main" id="{67F1A896-97C9-04EA-B218-064CA60A9416}"/>
              </a:ext>
            </a:extLst>
          </p:cNvPr>
          <p:cNvPicPr/>
          <p:nvPr/>
        </p:nvPicPr>
        <p:blipFill>
          <a:blip r:embed="rId6" cstate="print"/>
          <a:stretch>
            <a:fillRect/>
          </a:stretch>
        </p:blipFill>
        <p:spPr>
          <a:xfrm>
            <a:off x="7162800" y="3881120"/>
            <a:ext cx="2164333" cy="1310894"/>
          </a:xfrm>
          <a:prstGeom prst="rect">
            <a:avLst/>
          </a:prstGeom>
        </p:spPr>
      </p:pic>
      <p:sp>
        <p:nvSpPr>
          <p:cNvPr id="13" name="object 12">
            <a:extLst>
              <a:ext uri="{FF2B5EF4-FFF2-40B4-BE49-F238E27FC236}">
                <a16:creationId xmlns:a16="http://schemas.microsoft.com/office/drawing/2014/main" id="{982DFEEC-2BEC-E056-8D6A-C7234B09F008}"/>
              </a:ext>
            </a:extLst>
          </p:cNvPr>
          <p:cNvSpPr txBox="1"/>
          <p:nvPr/>
        </p:nvSpPr>
        <p:spPr>
          <a:xfrm>
            <a:off x="7378700" y="4016692"/>
            <a:ext cx="1737360" cy="976630"/>
          </a:xfrm>
          <a:prstGeom prst="rect">
            <a:avLst/>
          </a:prstGeom>
        </p:spPr>
        <p:txBody>
          <a:bodyPr vert="horz" wrap="square" lIns="0" tIns="46355" rIns="0" bIns="0" rtlCol="0">
            <a:spAutoFit/>
          </a:bodyPr>
          <a:lstStyle/>
          <a:p>
            <a:pPr marL="12700" marR="5080" indent="1905" algn="ctr">
              <a:lnSpc>
                <a:spcPts val="2420"/>
              </a:lnSpc>
              <a:spcBef>
                <a:spcPts val="365"/>
              </a:spcBef>
            </a:pPr>
            <a:r>
              <a:rPr sz="2200" spc="-5" dirty="0">
                <a:solidFill>
                  <a:srgbClr val="FFFFFF"/>
                </a:solidFill>
                <a:latin typeface="Calibri"/>
                <a:cs typeface="Calibri"/>
              </a:rPr>
              <a:t>Creation </a:t>
            </a:r>
            <a:r>
              <a:rPr sz="2200" dirty="0">
                <a:solidFill>
                  <a:srgbClr val="FFFFFF"/>
                </a:solidFill>
                <a:latin typeface="Calibri"/>
                <a:cs typeface="Calibri"/>
              </a:rPr>
              <a:t>of </a:t>
            </a:r>
            <a:r>
              <a:rPr sz="2200" spc="5" dirty="0">
                <a:solidFill>
                  <a:srgbClr val="FFFFFF"/>
                </a:solidFill>
                <a:latin typeface="Calibri"/>
                <a:cs typeface="Calibri"/>
              </a:rPr>
              <a:t> </a:t>
            </a:r>
            <a:r>
              <a:rPr sz="2200" spc="-5" dirty="0">
                <a:solidFill>
                  <a:srgbClr val="FFFFFF"/>
                </a:solidFill>
                <a:latin typeface="Calibri"/>
                <a:cs typeface="Calibri"/>
              </a:rPr>
              <a:t>Landing </a:t>
            </a:r>
            <a:r>
              <a:rPr sz="2200" dirty="0">
                <a:solidFill>
                  <a:srgbClr val="FFFFFF"/>
                </a:solidFill>
                <a:latin typeface="Calibri"/>
                <a:cs typeface="Calibri"/>
              </a:rPr>
              <a:t> </a:t>
            </a:r>
            <a:r>
              <a:rPr sz="2200" spc="-10" dirty="0">
                <a:solidFill>
                  <a:srgbClr val="FFFFFF"/>
                </a:solidFill>
                <a:latin typeface="Calibri"/>
                <a:cs typeface="Calibri"/>
              </a:rPr>
              <a:t>Outcome</a:t>
            </a:r>
            <a:r>
              <a:rPr sz="2200" spc="-85" dirty="0">
                <a:solidFill>
                  <a:srgbClr val="FFFFFF"/>
                </a:solidFill>
                <a:latin typeface="Calibri"/>
                <a:cs typeface="Calibri"/>
              </a:rPr>
              <a:t> </a:t>
            </a:r>
            <a:r>
              <a:rPr sz="2200" spc="-5" dirty="0">
                <a:solidFill>
                  <a:srgbClr val="FFFFFF"/>
                </a:solidFill>
                <a:latin typeface="Calibri"/>
                <a:cs typeface="Calibri"/>
              </a:rPr>
              <a:t>Label</a:t>
            </a:r>
            <a:endParaRPr sz="2200">
              <a:latin typeface="Calibri"/>
              <a:cs typeface="Calibri"/>
            </a:endParaRPr>
          </a:p>
        </p:txBody>
      </p:sp>
      <p:sp>
        <p:nvSpPr>
          <p:cNvPr id="14" name="object 3">
            <a:extLst>
              <a:ext uri="{FF2B5EF4-FFF2-40B4-BE49-F238E27FC236}">
                <a16:creationId xmlns:a16="http://schemas.microsoft.com/office/drawing/2014/main" id="{DD41075D-792F-2E62-2F14-D5BC45E92444}"/>
              </a:ext>
            </a:extLst>
          </p:cNvPr>
          <p:cNvSpPr txBox="1"/>
          <p:nvPr/>
        </p:nvSpPr>
        <p:spPr>
          <a:xfrm>
            <a:off x="848994" y="5432107"/>
            <a:ext cx="8251190" cy="443711"/>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1400" spc="-10" dirty="0">
                <a:latin typeface="Calibri"/>
                <a:cs typeface="Calibri"/>
              </a:rPr>
              <a:t>Source</a:t>
            </a:r>
            <a:r>
              <a:rPr sz="1400" spc="95" dirty="0">
                <a:latin typeface="Calibri"/>
                <a:cs typeface="Calibri"/>
              </a:rPr>
              <a:t> </a:t>
            </a:r>
            <a:r>
              <a:rPr sz="1400" spc="-5" dirty="0">
                <a:latin typeface="Calibri"/>
                <a:cs typeface="Calibri"/>
              </a:rPr>
              <a:t>code:</a:t>
            </a:r>
            <a:r>
              <a:rPr lang="en-IN" sz="1400" spc="-5" dirty="0">
                <a:latin typeface="Calibri"/>
                <a:cs typeface="Calibri"/>
              </a:rPr>
              <a:t>https://github.com/ammansharrma/IBM-Professional-Certificate/tree/main/Applied%20Capstone%20Project</a:t>
            </a:r>
            <a:endParaRPr sz="1400" dirty="0">
              <a:latin typeface="Calibri"/>
              <a:cs typeface="Calibri"/>
            </a:endParaRPr>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
        <p:nvSpPr>
          <p:cNvPr id="2" name="object 2">
            <a:extLst>
              <a:ext uri="{FF2B5EF4-FFF2-40B4-BE49-F238E27FC236}">
                <a16:creationId xmlns:a16="http://schemas.microsoft.com/office/drawing/2014/main" id="{78B676FE-BE3E-B961-66C8-B8D74844F8F4}"/>
              </a:ext>
            </a:extLst>
          </p:cNvPr>
          <p:cNvSpPr txBox="1"/>
          <p:nvPr/>
        </p:nvSpPr>
        <p:spPr>
          <a:xfrm>
            <a:off x="894274" y="1539541"/>
            <a:ext cx="9497060" cy="1428115"/>
          </a:xfrm>
          <a:prstGeom prst="rect">
            <a:avLst/>
          </a:prstGeom>
        </p:spPr>
        <p:txBody>
          <a:bodyPr vert="horz" wrap="square" lIns="0" tIns="12700" rIns="0" bIns="0" rtlCol="0">
            <a:spAutoFit/>
          </a:bodyPr>
          <a:lstStyle/>
          <a:p>
            <a:pPr marL="241300" marR="1067435" indent="-228600">
              <a:lnSpc>
                <a:spcPct val="100000"/>
              </a:lnSpc>
              <a:spcBef>
                <a:spcPts val="100"/>
              </a:spcBef>
              <a:buFont typeface="Arial MT"/>
              <a:buChar char="•"/>
              <a:tabLst>
                <a:tab pos="240665" algn="l"/>
                <a:tab pos="241300" algn="l"/>
              </a:tabLst>
            </a:pPr>
            <a:r>
              <a:rPr sz="2200" spc="-130" dirty="0">
                <a:solidFill>
                  <a:srgbClr val="292929"/>
                </a:solidFill>
                <a:latin typeface="Microsoft Sans Serif"/>
                <a:cs typeface="Microsoft Sans Serif"/>
              </a:rPr>
              <a:t>To</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explore</a:t>
            </a:r>
            <a:r>
              <a:rPr sz="2200" spc="85" dirty="0">
                <a:solidFill>
                  <a:srgbClr val="292929"/>
                </a:solidFill>
                <a:latin typeface="Microsoft Sans Serif"/>
                <a:cs typeface="Microsoft Sans Serif"/>
              </a:rPr>
              <a:t> </a:t>
            </a:r>
            <a:r>
              <a:rPr sz="2200" spc="-60" dirty="0">
                <a:solidFill>
                  <a:srgbClr val="292929"/>
                </a:solidFill>
                <a:latin typeface="Microsoft Sans Serif"/>
                <a:cs typeface="Microsoft Sans Serif"/>
              </a:rPr>
              <a:t>data,</a:t>
            </a:r>
            <a:r>
              <a:rPr sz="2200" spc="55" dirty="0">
                <a:solidFill>
                  <a:srgbClr val="292929"/>
                </a:solidFill>
                <a:latin typeface="Microsoft Sans Serif"/>
                <a:cs typeface="Microsoft Sans Serif"/>
              </a:rPr>
              <a:t> </a:t>
            </a:r>
            <a:r>
              <a:rPr sz="2200" spc="-30" dirty="0">
                <a:solidFill>
                  <a:srgbClr val="292929"/>
                </a:solidFill>
                <a:latin typeface="Microsoft Sans Serif"/>
                <a:cs typeface="Microsoft Sans Serif"/>
              </a:rPr>
              <a:t>scatterplots</a:t>
            </a:r>
            <a:r>
              <a:rPr sz="2200" spc="5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95" dirty="0">
                <a:solidFill>
                  <a:srgbClr val="292929"/>
                </a:solidFill>
                <a:latin typeface="Microsoft Sans Serif"/>
                <a:cs typeface="Microsoft Sans Serif"/>
              </a:rPr>
              <a:t> </a:t>
            </a:r>
            <a:r>
              <a:rPr sz="2200" spc="-15" dirty="0">
                <a:solidFill>
                  <a:srgbClr val="292929"/>
                </a:solidFill>
                <a:latin typeface="Microsoft Sans Serif"/>
                <a:cs typeface="Microsoft Sans Serif"/>
              </a:rPr>
              <a:t>barplots</a:t>
            </a:r>
            <a:r>
              <a:rPr sz="2200" spc="75"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85" dirty="0">
                <a:solidFill>
                  <a:srgbClr val="292929"/>
                </a:solidFill>
                <a:latin typeface="Microsoft Sans Serif"/>
                <a:cs typeface="Microsoft Sans Serif"/>
              </a:rPr>
              <a:t> </a:t>
            </a:r>
            <a:r>
              <a:rPr sz="2200" spc="-80" dirty="0">
                <a:solidFill>
                  <a:srgbClr val="292929"/>
                </a:solidFill>
                <a:latin typeface="Microsoft Sans Serif"/>
                <a:cs typeface="Microsoft Sans Serif"/>
              </a:rPr>
              <a:t>used</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65" dirty="0">
                <a:solidFill>
                  <a:srgbClr val="292929"/>
                </a:solidFill>
                <a:latin typeface="Microsoft Sans Serif"/>
                <a:cs typeface="Microsoft Sans Serif"/>
              </a:rPr>
              <a:t> </a:t>
            </a:r>
            <a:r>
              <a:rPr sz="2200" spc="-65" dirty="0">
                <a:solidFill>
                  <a:srgbClr val="292929"/>
                </a:solidFill>
                <a:latin typeface="Microsoft Sans Serif"/>
                <a:cs typeface="Microsoft Sans Serif"/>
              </a:rPr>
              <a:t>visualize</a:t>
            </a:r>
            <a:r>
              <a:rPr sz="2200" spc="9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 </a:t>
            </a:r>
            <a:r>
              <a:rPr sz="2200" spc="-570" dirty="0">
                <a:solidFill>
                  <a:srgbClr val="292929"/>
                </a:solidFill>
                <a:latin typeface="Microsoft Sans Serif"/>
                <a:cs typeface="Microsoft Sans Serif"/>
              </a:rPr>
              <a:t> </a:t>
            </a:r>
            <a:r>
              <a:rPr sz="2200" spc="-35" dirty="0">
                <a:solidFill>
                  <a:srgbClr val="292929"/>
                </a:solidFill>
                <a:latin typeface="Microsoft Sans Serif"/>
                <a:cs typeface="Microsoft Sans Serif"/>
              </a:rPr>
              <a:t>relationship</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between</a:t>
            </a:r>
            <a:r>
              <a:rPr sz="2200" spc="70" dirty="0">
                <a:solidFill>
                  <a:srgbClr val="292929"/>
                </a:solidFill>
                <a:latin typeface="Microsoft Sans Serif"/>
                <a:cs typeface="Microsoft Sans Serif"/>
              </a:rPr>
              <a:t> </a:t>
            </a:r>
            <a:r>
              <a:rPr sz="2200" spc="-20" dirty="0">
                <a:solidFill>
                  <a:srgbClr val="292929"/>
                </a:solidFill>
                <a:latin typeface="Microsoft Sans Serif"/>
                <a:cs typeface="Microsoft Sans Serif"/>
              </a:rPr>
              <a:t>pair</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55" dirty="0">
                <a:solidFill>
                  <a:srgbClr val="292929"/>
                </a:solidFill>
                <a:latin typeface="Microsoft Sans Serif"/>
                <a:cs typeface="Microsoft Sans Serif"/>
              </a:rPr>
              <a:t> </a:t>
            </a:r>
            <a:r>
              <a:rPr sz="2200" spc="-65" dirty="0">
                <a:solidFill>
                  <a:srgbClr val="292929"/>
                </a:solidFill>
                <a:latin typeface="Microsoft Sans Serif"/>
                <a:cs typeface="Microsoft Sans Serif"/>
              </a:rPr>
              <a:t>features:</a:t>
            </a:r>
            <a:endParaRPr sz="2200" dirty="0">
              <a:latin typeface="Microsoft Sans Serif"/>
              <a:cs typeface="Microsoft Sans Serif"/>
            </a:endParaRPr>
          </a:p>
          <a:p>
            <a:pPr marL="698500" marR="5080" lvl="1" indent="-228600">
              <a:lnSpc>
                <a:spcPct val="100000"/>
              </a:lnSpc>
              <a:spcBef>
                <a:spcPts val="1440"/>
              </a:spcBef>
              <a:buFont typeface="Arial MT"/>
              <a:buChar char="•"/>
              <a:tabLst>
                <a:tab pos="697865" algn="l"/>
                <a:tab pos="698500" algn="l"/>
              </a:tabLst>
            </a:pPr>
            <a:r>
              <a:rPr sz="1800" spc="-70" dirty="0">
                <a:solidFill>
                  <a:srgbClr val="292929"/>
                </a:solidFill>
                <a:latin typeface="Microsoft Sans Serif"/>
                <a:cs typeface="Microsoft Sans Serif"/>
              </a:rPr>
              <a:t>Payload </a:t>
            </a:r>
            <a:r>
              <a:rPr sz="1800" spc="-120" dirty="0">
                <a:solidFill>
                  <a:srgbClr val="292929"/>
                </a:solidFill>
                <a:latin typeface="Microsoft Sans Serif"/>
                <a:cs typeface="Microsoft Sans Serif"/>
              </a:rPr>
              <a:t>Mass</a:t>
            </a:r>
            <a:r>
              <a:rPr sz="1800" spc="-114" dirty="0">
                <a:solidFill>
                  <a:srgbClr val="292929"/>
                </a:solidFill>
                <a:latin typeface="Microsoft Sans Serif"/>
                <a:cs typeface="Microsoft Sans Serif"/>
              </a:rPr>
              <a:t> </a:t>
            </a:r>
            <a:r>
              <a:rPr sz="1800" spc="-170" dirty="0">
                <a:solidFill>
                  <a:srgbClr val="292929"/>
                </a:solidFill>
                <a:latin typeface="Microsoft Sans Serif"/>
                <a:cs typeface="Microsoft Sans Serif"/>
              </a:rPr>
              <a:t>X</a:t>
            </a:r>
            <a:r>
              <a:rPr sz="1800" spc="-165" dirty="0">
                <a:solidFill>
                  <a:srgbClr val="292929"/>
                </a:solidFill>
                <a:latin typeface="Microsoft Sans Serif"/>
                <a:cs typeface="Microsoft Sans Serif"/>
              </a:rPr>
              <a:t> </a:t>
            </a:r>
            <a:r>
              <a:rPr sz="1800" spc="-10" dirty="0">
                <a:solidFill>
                  <a:srgbClr val="292929"/>
                </a:solidFill>
                <a:latin typeface="Microsoft Sans Serif"/>
                <a:cs typeface="Microsoft Sans Serif"/>
              </a:rPr>
              <a:t>Flight </a:t>
            </a:r>
            <a:r>
              <a:rPr sz="1800" spc="-60" dirty="0">
                <a:solidFill>
                  <a:srgbClr val="292929"/>
                </a:solidFill>
                <a:latin typeface="Microsoft Sans Serif"/>
                <a:cs typeface="Microsoft Sans Serif"/>
              </a:rPr>
              <a:t>Number, </a:t>
            </a:r>
            <a:r>
              <a:rPr sz="1800" spc="-80" dirty="0">
                <a:solidFill>
                  <a:srgbClr val="292929"/>
                </a:solidFill>
                <a:latin typeface="Microsoft Sans Serif"/>
                <a:cs typeface="Microsoft Sans Serif"/>
              </a:rPr>
              <a:t>Launch</a:t>
            </a:r>
            <a:r>
              <a:rPr sz="1800" spc="-75" dirty="0">
                <a:solidFill>
                  <a:srgbClr val="292929"/>
                </a:solidFill>
                <a:latin typeface="Microsoft Sans Serif"/>
                <a:cs typeface="Microsoft Sans Serif"/>
              </a:rPr>
              <a:t> </a:t>
            </a:r>
            <a:r>
              <a:rPr sz="1800" spc="-60" dirty="0">
                <a:solidFill>
                  <a:srgbClr val="292929"/>
                </a:solidFill>
                <a:latin typeface="Microsoft Sans Serif"/>
                <a:cs typeface="Microsoft Sans Serif"/>
              </a:rPr>
              <a:t>Site </a:t>
            </a:r>
            <a:r>
              <a:rPr sz="1800" spc="-170" dirty="0">
                <a:solidFill>
                  <a:srgbClr val="292929"/>
                </a:solidFill>
                <a:latin typeface="Microsoft Sans Serif"/>
                <a:cs typeface="Microsoft Sans Serif"/>
              </a:rPr>
              <a:t>X</a:t>
            </a:r>
            <a:r>
              <a:rPr sz="1800" spc="-165" dirty="0">
                <a:solidFill>
                  <a:srgbClr val="292929"/>
                </a:solidFill>
                <a:latin typeface="Microsoft Sans Serif"/>
                <a:cs typeface="Microsoft Sans Serif"/>
              </a:rPr>
              <a:t> </a:t>
            </a:r>
            <a:r>
              <a:rPr sz="1800" spc="-10" dirty="0">
                <a:solidFill>
                  <a:srgbClr val="292929"/>
                </a:solidFill>
                <a:latin typeface="Microsoft Sans Serif"/>
                <a:cs typeface="Microsoft Sans Serif"/>
              </a:rPr>
              <a:t>Flight </a:t>
            </a:r>
            <a:r>
              <a:rPr sz="1800" spc="-60" dirty="0">
                <a:solidFill>
                  <a:srgbClr val="292929"/>
                </a:solidFill>
                <a:latin typeface="Microsoft Sans Serif"/>
                <a:cs typeface="Microsoft Sans Serif"/>
              </a:rPr>
              <a:t>Number, </a:t>
            </a:r>
            <a:r>
              <a:rPr sz="1800" spc="-80" dirty="0">
                <a:solidFill>
                  <a:srgbClr val="292929"/>
                </a:solidFill>
                <a:latin typeface="Microsoft Sans Serif"/>
                <a:cs typeface="Microsoft Sans Serif"/>
              </a:rPr>
              <a:t>Launch</a:t>
            </a:r>
            <a:r>
              <a:rPr sz="1800" spc="-75" dirty="0">
                <a:solidFill>
                  <a:srgbClr val="292929"/>
                </a:solidFill>
                <a:latin typeface="Microsoft Sans Serif"/>
                <a:cs typeface="Microsoft Sans Serif"/>
              </a:rPr>
              <a:t> </a:t>
            </a:r>
            <a:r>
              <a:rPr sz="1800" spc="-60" dirty="0">
                <a:solidFill>
                  <a:srgbClr val="292929"/>
                </a:solidFill>
                <a:latin typeface="Microsoft Sans Serif"/>
                <a:cs typeface="Microsoft Sans Serif"/>
              </a:rPr>
              <a:t>Site </a:t>
            </a:r>
            <a:r>
              <a:rPr sz="1800" spc="-170" dirty="0">
                <a:solidFill>
                  <a:srgbClr val="292929"/>
                </a:solidFill>
                <a:latin typeface="Microsoft Sans Serif"/>
                <a:cs typeface="Microsoft Sans Serif"/>
              </a:rPr>
              <a:t>X</a:t>
            </a:r>
            <a:r>
              <a:rPr sz="1800" spc="-165" dirty="0">
                <a:solidFill>
                  <a:srgbClr val="292929"/>
                </a:solidFill>
                <a:latin typeface="Microsoft Sans Serif"/>
                <a:cs typeface="Microsoft Sans Serif"/>
              </a:rPr>
              <a:t> </a:t>
            </a:r>
            <a:r>
              <a:rPr sz="1800" spc="-70" dirty="0">
                <a:solidFill>
                  <a:srgbClr val="292929"/>
                </a:solidFill>
                <a:latin typeface="Microsoft Sans Serif"/>
                <a:cs typeface="Microsoft Sans Serif"/>
              </a:rPr>
              <a:t>Payload </a:t>
            </a:r>
            <a:r>
              <a:rPr sz="1800" spc="-114" dirty="0">
                <a:solidFill>
                  <a:srgbClr val="292929"/>
                </a:solidFill>
                <a:latin typeface="Microsoft Sans Serif"/>
                <a:cs typeface="Microsoft Sans Serif"/>
              </a:rPr>
              <a:t>Mass, </a:t>
            </a:r>
            <a:r>
              <a:rPr sz="1800" spc="-465" dirty="0">
                <a:solidFill>
                  <a:srgbClr val="292929"/>
                </a:solidFill>
                <a:latin typeface="Microsoft Sans Serif"/>
                <a:cs typeface="Microsoft Sans Serif"/>
              </a:rPr>
              <a:t> </a:t>
            </a:r>
            <a:r>
              <a:rPr sz="1800" spc="-5" dirty="0">
                <a:solidFill>
                  <a:srgbClr val="292929"/>
                </a:solidFill>
                <a:latin typeface="Microsoft Sans Serif"/>
                <a:cs typeface="Microsoft Sans Serif"/>
              </a:rPr>
              <a:t>Orbit</a:t>
            </a:r>
            <a:r>
              <a:rPr sz="1800" spc="55"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r>
              <a:rPr sz="1800" spc="70" dirty="0">
                <a:solidFill>
                  <a:srgbClr val="292929"/>
                </a:solidFill>
                <a:latin typeface="Microsoft Sans Serif"/>
                <a:cs typeface="Microsoft Sans Serif"/>
              </a:rPr>
              <a:t> </a:t>
            </a:r>
            <a:r>
              <a:rPr sz="1800" spc="-10" dirty="0">
                <a:solidFill>
                  <a:srgbClr val="292929"/>
                </a:solidFill>
                <a:latin typeface="Microsoft Sans Serif"/>
                <a:cs typeface="Microsoft Sans Serif"/>
              </a:rPr>
              <a:t>Flight</a:t>
            </a:r>
            <a:r>
              <a:rPr sz="1800" spc="20" dirty="0">
                <a:solidFill>
                  <a:srgbClr val="292929"/>
                </a:solidFill>
                <a:latin typeface="Microsoft Sans Serif"/>
                <a:cs typeface="Microsoft Sans Serif"/>
              </a:rPr>
              <a:t> </a:t>
            </a:r>
            <a:r>
              <a:rPr sz="1800" spc="-60" dirty="0">
                <a:solidFill>
                  <a:srgbClr val="292929"/>
                </a:solidFill>
                <a:latin typeface="Microsoft Sans Serif"/>
                <a:cs typeface="Microsoft Sans Serif"/>
              </a:rPr>
              <a:t>Number,</a:t>
            </a:r>
            <a:r>
              <a:rPr sz="1800" spc="50" dirty="0">
                <a:solidFill>
                  <a:srgbClr val="292929"/>
                </a:solidFill>
                <a:latin typeface="Microsoft Sans Serif"/>
                <a:cs typeface="Microsoft Sans Serif"/>
              </a:rPr>
              <a:t> </a:t>
            </a:r>
            <a:r>
              <a:rPr sz="1800" spc="-70" dirty="0">
                <a:solidFill>
                  <a:srgbClr val="292929"/>
                </a:solidFill>
                <a:latin typeface="Microsoft Sans Serif"/>
                <a:cs typeface="Microsoft Sans Serif"/>
              </a:rPr>
              <a:t>Payload</a:t>
            </a:r>
            <a:r>
              <a:rPr sz="1800" spc="40"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r>
              <a:rPr sz="1800" spc="70" dirty="0">
                <a:solidFill>
                  <a:srgbClr val="292929"/>
                </a:solidFill>
                <a:latin typeface="Microsoft Sans Serif"/>
                <a:cs typeface="Microsoft Sans Serif"/>
              </a:rPr>
              <a:t> </a:t>
            </a:r>
            <a:r>
              <a:rPr sz="1800" spc="-5" dirty="0">
                <a:solidFill>
                  <a:srgbClr val="292929"/>
                </a:solidFill>
                <a:latin typeface="Microsoft Sans Serif"/>
                <a:cs typeface="Microsoft Sans Serif"/>
              </a:rPr>
              <a:t>Orbit</a:t>
            </a:r>
            <a:endParaRPr sz="1800" dirty="0">
              <a:latin typeface="Microsoft Sans Serif"/>
              <a:cs typeface="Microsoft Sans Serif"/>
            </a:endParaRPr>
          </a:p>
        </p:txBody>
      </p:sp>
      <p:pic>
        <p:nvPicPr>
          <p:cNvPr id="6" name="object 4">
            <a:extLst>
              <a:ext uri="{FF2B5EF4-FFF2-40B4-BE49-F238E27FC236}">
                <a16:creationId xmlns:a16="http://schemas.microsoft.com/office/drawing/2014/main" id="{0C9255DA-A17E-B100-6EDA-F3BDABF1FC29}"/>
              </a:ext>
            </a:extLst>
          </p:cNvPr>
          <p:cNvPicPr/>
          <p:nvPr/>
        </p:nvPicPr>
        <p:blipFill>
          <a:blip r:embed="rId3" cstate="print"/>
          <a:stretch>
            <a:fillRect/>
          </a:stretch>
        </p:blipFill>
        <p:spPr>
          <a:xfrm>
            <a:off x="770011" y="2967656"/>
            <a:ext cx="9441180" cy="2382520"/>
          </a:xfrm>
          <a:prstGeom prst="rect">
            <a:avLst/>
          </a:prstGeom>
        </p:spPr>
      </p:pic>
      <p:sp>
        <p:nvSpPr>
          <p:cNvPr id="7" name="object 3">
            <a:extLst>
              <a:ext uri="{FF2B5EF4-FFF2-40B4-BE49-F238E27FC236}">
                <a16:creationId xmlns:a16="http://schemas.microsoft.com/office/drawing/2014/main" id="{2F551A85-2ED4-65E7-1EB0-E8A7ADE9AFA5}"/>
              </a:ext>
            </a:extLst>
          </p:cNvPr>
          <p:cNvSpPr txBox="1"/>
          <p:nvPr/>
        </p:nvSpPr>
        <p:spPr>
          <a:xfrm>
            <a:off x="1052194" y="5499189"/>
            <a:ext cx="5528310" cy="45275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1400" spc="-70" dirty="0">
                <a:solidFill>
                  <a:srgbClr val="292929"/>
                </a:solidFill>
                <a:latin typeface="Microsoft Sans Serif"/>
                <a:cs typeface="Microsoft Sans Serif"/>
                <a:hlinkClick r:id="rId4"/>
              </a:rPr>
              <a:t>Source</a:t>
            </a:r>
            <a:r>
              <a:rPr sz="1400" spc="75" dirty="0">
                <a:solidFill>
                  <a:srgbClr val="292929"/>
                </a:solidFill>
                <a:latin typeface="Microsoft Sans Serif"/>
                <a:cs typeface="Microsoft Sans Serif"/>
                <a:hlinkClick r:id="rId4"/>
              </a:rPr>
              <a:t> </a:t>
            </a:r>
            <a:r>
              <a:rPr sz="1400" spc="-50" dirty="0">
                <a:solidFill>
                  <a:srgbClr val="292929"/>
                </a:solidFill>
                <a:latin typeface="Microsoft Sans Serif"/>
                <a:cs typeface="Microsoft Sans Serif"/>
                <a:hlinkClick r:id="rId4"/>
              </a:rPr>
              <a:t>code:</a:t>
            </a:r>
            <a:r>
              <a:rPr sz="1400" spc="75" dirty="0">
                <a:solidFill>
                  <a:srgbClr val="0462C1"/>
                </a:solidFill>
                <a:latin typeface="Microsoft Sans Serif"/>
                <a:cs typeface="Microsoft Sans Serif"/>
                <a:hlinkClick r:id="rId4"/>
              </a:rPr>
              <a:t> </a:t>
            </a:r>
            <a:r>
              <a:rPr lang="en-IN" sz="1400" u="sng" spc="-15" dirty="0">
                <a:solidFill>
                  <a:srgbClr val="0462C1"/>
                </a:solidFill>
                <a:uFill>
                  <a:solidFill>
                    <a:srgbClr val="0462C1"/>
                  </a:solidFill>
                </a:uFill>
                <a:latin typeface="Microsoft Sans Serif"/>
                <a:cs typeface="Microsoft Sans Serif"/>
              </a:rPr>
              <a:t>https://github.com/ammansharrma/IBM-Professional-Certificate/tree/main/Applied%20Capstone%20Project</a:t>
            </a:r>
            <a:endParaRPr sz="1400" dirty="0">
              <a:latin typeface="Microsoft Sans Serif"/>
              <a:cs typeface="Microsoft Sans Serif"/>
            </a:endParaRPr>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2" name="object 2">
            <a:extLst>
              <a:ext uri="{FF2B5EF4-FFF2-40B4-BE49-F238E27FC236}">
                <a16:creationId xmlns:a16="http://schemas.microsoft.com/office/drawing/2014/main" id="{57D56566-CC9A-9CF1-1F2D-C807C3A1C2AF}"/>
              </a:ext>
            </a:extLst>
          </p:cNvPr>
          <p:cNvSpPr txBox="1"/>
          <p:nvPr/>
        </p:nvSpPr>
        <p:spPr>
          <a:xfrm>
            <a:off x="848994" y="1225900"/>
            <a:ext cx="10532745" cy="5008245"/>
          </a:xfrm>
          <a:prstGeom prst="rect">
            <a:avLst/>
          </a:prstGeom>
        </p:spPr>
        <p:txBody>
          <a:bodyPr vert="horz" wrap="square" lIns="0" tIns="112395" rIns="0" bIns="0" rtlCol="0">
            <a:spAutoFit/>
          </a:bodyPr>
          <a:lstStyle/>
          <a:p>
            <a:pPr marL="241300" indent="-228600">
              <a:lnSpc>
                <a:spcPct val="100000"/>
              </a:lnSpc>
              <a:spcBef>
                <a:spcPts val="885"/>
              </a:spcBef>
              <a:buFont typeface="Arial MT"/>
              <a:buChar char="•"/>
              <a:tabLst>
                <a:tab pos="240665" algn="l"/>
                <a:tab pos="241300" algn="l"/>
              </a:tabLst>
            </a:pPr>
            <a:r>
              <a:rPr sz="2200" spc="-145"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10" dirty="0">
                <a:solidFill>
                  <a:srgbClr val="292929"/>
                </a:solidFill>
                <a:latin typeface="Microsoft Sans Serif"/>
                <a:cs typeface="Microsoft Sans Serif"/>
              </a:rPr>
              <a:t>following</a:t>
            </a:r>
            <a:r>
              <a:rPr sz="2200" spc="80" dirty="0">
                <a:solidFill>
                  <a:srgbClr val="292929"/>
                </a:solidFill>
                <a:latin typeface="Microsoft Sans Serif"/>
                <a:cs typeface="Microsoft Sans Serif"/>
              </a:rPr>
              <a:t> </a:t>
            </a:r>
            <a:r>
              <a:rPr sz="2200" spc="-200" dirty="0">
                <a:solidFill>
                  <a:srgbClr val="292929"/>
                </a:solidFill>
                <a:latin typeface="Microsoft Sans Serif"/>
                <a:cs typeface="Microsoft Sans Serif"/>
              </a:rPr>
              <a:t>SQL</a:t>
            </a:r>
            <a:r>
              <a:rPr sz="2200" spc="70" dirty="0">
                <a:solidFill>
                  <a:srgbClr val="292929"/>
                </a:solidFill>
                <a:latin typeface="Microsoft Sans Serif"/>
                <a:cs typeface="Microsoft Sans Serif"/>
              </a:rPr>
              <a:t> </a:t>
            </a:r>
            <a:r>
              <a:rPr sz="2200" spc="-55" dirty="0">
                <a:solidFill>
                  <a:srgbClr val="292929"/>
                </a:solidFill>
                <a:latin typeface="Microsoft Sans Serif"/>
                <a:cs typeface="Microsoft Sans Serif"/>
              </a:rPr>
              <a:t>queries</a:t>
            </a:r>
            <a:r>
              <a:rPr sz="2200" spc="80"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performed:</a:t>
            </a:r>
            <a:endParaRPr sz="2200" dirty="0">
              <a:latin typeface="Microsoft Sans Serif"/>
              <a:cs typeface="Microsoft Sans Serif"/>
            </a:endParaRPr>
          </a:p>
          <a:p>
            <a:pPr marL="698500" lvl="1" indent="-228600">
              <a:lnSpc>
                <a:spcPct val="100000"/>
              </a:lnSpc>
              <a:spcBef>
                <a:spcPts val="640"/>
              </a:spcBef>
              <a:buFont typeface="Arial MT"/>
              <a:buChar char="•"/>
              <a:tabLst>
                <a:tab pos="697865" algn="l"/>
                <a:tab pos="698500" algn="l"/>
              </a:tabLst>
            </a:pPr>
            <a:r>
              <a:rPr sz="1800" spc="-114" dirty="0">
                <a:solidFill>
                  <a:srgbClr val="292929"/>
                </a:solidFill>
                <a:latin typeface="Microsoft Sans Serif"/>
                <a:cs typeface="Microsoft Sans Serif"/>
              </a:rPr>
              <a:t>Names</a:t>
            </a:r>
            <a:r>
              <a:rPr sz="1800" spc="55" dirty="0">
                <a:solidFill>
                  <a:srgbClr val="292929"/>
                </a:solidFill>
                <a:latin typeface="Microsoft Sans Serif"/>
                <a:cs typeface="Microsoft Sans Serif"/>
              </a:rPr>
              <a:t> </a:t>
            </a:r>
            <a:r>
              <a:rPr sz="1800" spc="-5" dirty="0">
                <a:solidFill>
                  <a:srgbClr val="292929"/>
                </a:solidFill>
                <a:latin typeface="Microsoft Sans Serif"/>
                <a:cs typeface="Microsoft Sans Serif"/>
              </a:rPr>
              <a:t>of</a:t>
            </a:r>
            <a:r>
              <a:rPr sz="1800" spc="55"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40" dirty="0">
                <a:solidFill>
                  <a:srgbClr val="292929"/>
                </a:solidFill>
                <a:latin typeface="Microsoft Sans Serif"/>
                <a:cs typeface="Microsoft Sans Serif"/>
              </a:rPr>
              <a:t> </a:t>
            </a:r>
            <a:r>
              <a:rPr sz="1800" spc="-35" dirty="0">
                <a:solidFill>
                  <a:srgbClr val="292929"/>
                </a:solidFill>
                <a:latin typeface="Microsoft Sans Serif"/>
                <a:cs typeface="Microsoft Sans Serif"/>
              </a:rPr>
              <a:t>unique</a:t>
            </a:r>
            <a:r>
              <a:rPr sz="1800" spc="25" dirty="0">
                <a:solidFill>
                  <a:srgbClr val="292929"/>
                </a:solidFill>
                <a:latin typeface="Microsoft Sans Serif"/>
                <a:cs typeface="Microsoft Sans Serif"/>
              </a:rPr>
              <a:t> </a:t>
            </a:r>
            <a:r>
              <a:rPr sz="1800" spc="-60" dirty="0">
                <a:solidFill>
                  <a:srgbClr val="292929"/>
                </a:solidFill>
                <a:latin typeface="Microsoft Sans Serif"/>
                <a:cs typeface="Microsoft Sans Serif"/>
              </a:rPr>
              <a:t>launch</a:t>
            </a:r>
            <a:r>
              <a:rPr sz="1800" spc="45" dirty="0">
                <a:solidFill>
                  <a:srgbClr val="292929"/>
                </a:solidFill>
                <a:latin typeface="Microsoft Sans Serif"/>
                <a:cs typeface="Microsoft Sans Serif"/>
              </a:rPr>
              <a:t> </a:t>
            </a:r>
            <a:r>
              <a:rPr sz="1800" spc="-50" dirty="0">
                <a:solidFill>
                  <a:srgbClr val="292929"/>
                </a:solidFill>
                <a:latin typeface="Microsoft Sans Serif"/>
                <a:cs typeface="Microsoft Sans Serif"/>
              </a:rPr>
              <a:t>sites</a:t>
            </a:r>
            <a:r>
              <a:rPr sz="1800" spc="70" dirty="0">
                <a:solidFill>
                  <a:srgbClr val="292929"/>
                </a:solidFill>
                <a:latin typeface="Microsoft Sans Serif"/>
                <a:cs typeface="Microsoft Sans Serif"/>
              </a:rPr>
              <a:t> </a:t>
            </a:r>
            <a:r>
              <a:rPr sz="1800" spc="-10" dirty="0">
                <a:solidFill>
                  <a:srgbClr val="292929"/>
                </a:solidFill>
                <a:latin typeface="Microsoft Sans Serif"/>
                <a:cs typeface="Microsoft Sans Serif"/>
              </a:rPr>
              <a:t>in</a:t>
            </a:r>
            <a:r>
              <a:rPr sz="1800" spc="45"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60" dirty="0">
                <a:solidFill>
                  <a:srgbClr val="292929"/>
                </a:solidFill>
                <a:latin typeface="Microsoft Sans Serif"/>
                <a:cs typeface="Microsoft Sans Serif"/>
              </a:rPr>
              <a:t> </a:t>
            </a:r>
            <a:r>
              <a:rPr sz="1800" spc="-95" dirty="0">
                <a:solidFill>
                  <a:srgbClr val="292929"/>
                </a:solidFill>
                <a:latin typeface="Microsoft Sans Serif"/>
                <a:cs typeface="Microsoft Sans Serif"/>
              </a:rPr>
              <a:t>space</a:t>
            </a:r>
            <a:r>
              <a:rPr sz="1800" spc="75" dirty="0">
                <a:solidFill>
                  <a:srgbClr val="292929"/>
                </a:solidFill>
                <a:latin typeface="Microsoft Sans Serif"/>
                <a:cs typeface="Microsoft Sans Serif"/>
              </a:rPr>
              <a:t> </a:t>
            </a:r>
            <a:r>
              <a:rPr sz="1800" spc="-55" dirty="0">
                <a:solidFill>
                  <a:srgbClr val="292929"/>
                </a:solidFill>
                <a:latin typeface="Microsoft Sans Serif"/>
                <a:cs typeface="Microsoft Sans Serif"/>
              </a:rPr>
              <a:t>mission;</a:t>
            </a:r>
            <a:endParaRPr sz="1800" dirty="0">
              <a:latin typeface="Microsoft Sans Serif"/>
              <a:cs typeface="Microsoft Sans Serif"/>
            </a:endParaRPr>
          </a:p>
          <a:p>
            <a:pPr marL="698500" lvl="1" indent="-228600">
              <a:lnSpc>
                <a:spcPct val="100000"/>
              </a:lnSpc>
              <a:spcBef>
                <a:spcPts val="600"/>
              </a:spcBef>
              <a:buFont typeface="Arial MT"/>
              <a:buChar char="•"/>
              <a:tabLst>
                <a:tab pos="697865" algn="l"/>
                <a:tab pos="698500" algn="l"/>
              </a:tabLst>
            </a:pPr>
            <a:r>
              <a:rPr sz="1800" spc="-65" dirty="0">
                <a:solidFill>
                  <a:srgbClr val="292929"/>
                </a:solidFill>
                <a:latin typeface="Microsoft Sans Serif"/>
                <a:cs typeface="Microsoft Sans Serif"/>
              </a:rPr>
              <a:t>Top</a:t>
            </a:r>
            <a:r>
              <a:rPr sz="1800" spc="40" dirty="0">
                <a:solidFill>
                  <a:srgbClr val="292929"/>
                </a:solidFill>
                <a:latin typeface="Microsoft Sans Serif"/>
                <a:cs typeface="Microsoft Sans Serif"/>
              </a:rPr>
              <a:t> </a:t>
            </a:r>
            <a:r>
              <a:rPr sz="1800" spc="85" dirty="0">
                <a:solidFill>
                  <a:srgbClr val="292929"/>
                </a:solidFill>
                <a:latin typeface="Microsoft Sans Serif"/>
                <a:cs typeface="Microsoft Sans Serif"/>
              </a:rPr>
              <a:t>5</a:t>
            </a:r>
            <a:r>
              <a:rPr sz="1800" spc="55" dirty="0">
                <a:solidFill>
                  <a:srgbClr val="292929"/>
                </a:solidFill>
                <a:latin typeface="Microsoft Sans Serif"/>
                <a:cs typeface="Microsoft Sans Serif"/>
              </a:rPr>
              <a:t> </a:t>
            </a:r>
            <a:r>
              <a:rPr sz="1800" spc="-60" dirty="0">
                <a:solidFill>
                  <a:srgbClr val="292929"/>
                </a:solidFill>
                <a:latin typeface="Microsoft Sans Serif"/>
                <a:cs typeface="Microsoft Sans Serif"/>
              </a:rPr>
              <a:t>launch</a:t>
            </a:r>
            <a:r>
              <a:rPr sz="1800" spc="40" dirty="0">
                <a:solidFill>
                  <a:srgbClr val="292929"/>
                </a:solidFill>
                <a:latin typeface="Microsoft Sans Serif"/>
                <a:cs typeface="Microsoft Sans Serif"/>
              </a:rPr>
              <a:t> </a:t>
            </a:r>
            <a:r>
              <a:rPr sz="1800" spc="-50" dirty="0">
                <a:solidFill>
                  <a:srgbClr val="292929"/>
                </a:solidFill>
                <a:latin typeface="Microsoft Sans Serif"/>
                <a:cs typeface="Microsoft Sans Serif"/>
              </a:rPr>
              <a:t>sites</a:t>
            </a:r>
            <a:r>
              <a:rPr sz="1800" spc="70" dirty="0">
                <a:solidFill>
                  <a:srgbClr val="292929"/>
                </a:solidFill>
                <a:latin typeface="Microsoft Sans Serif"/>
                <a:cs typeface="Microsoft Sans Serif"/>
              </a:rPr>
              <a:t> </a:t>
            </a:r>
            <a:r>
              <a:rPr sz="1800" spc="-65" dirty="0">
                <a:solidFill>
                  <a:srgbClr val="292929"/>
                </a:solidFill>
                <a:latin typeface="Microsoft Sans Serif"/>
                <a:cs typeface="Microsoft Sans Serif"/>
              </a:rPr>
              <a:t>whose</a:t>
            </a:r>
            <a:r>
              <a:rPr sz="1800" spc="40" dirty="0">
                <a:solidFill>
                  <a:srgbClr val="292929"/>
                </a:solidFill>
                <a:latin typeface="Microsoft Sans Serif"/>
                <a:cs typeface="Microsoft Sans Serif"/>
              </a:rPr>
              <a:t> </a:t>
            </a:r>
            <a:r>
              <a:rPr sz="1800" spc="-90" dirty="0">
                <a:solidFill>
                  <a:srgbClr val="292929"/>
                </a:solidFill>
                <a:latin typeface="Microsoft Sans Serif"/>
                <a:cs typeface="Microsoft Sans Serif"/>
              </a:rPr>
              <a:t>name</a:t>
            </a:r>
            <a:r>
              <a:rPr sz="1800" spc="55" dirty="0">
                <a:solidFill>
                  <a:srgbClr val="292929"/>
                </a:solidFill>
                <a:latin typeface="Microsoft Sans Serif"/>
                <a:cs typeface="Microsoft Sans Serif"/>
              </a:rPr>
              <a:t> </a:t>
            </a:r>
            <a:r>
              <a:rPr sz="1800" spc="-20" dirty="0">
                <a:solidFill>
                  <a:srgbClr val="292929"/>
                </a:solidFill>
                <a:latin typeface="Microsoft Sans Serif"/>
                <a:cs typeface="Microsoft Sans Serif"/>
              </a:rPr>
              <a:t>begin</a:t>
            </a:r>
            <a:r>
              <a:rPr sz="1800" spc="45" dirty="0">
                <a:solidFill>
                  <a:srgbClr val="292929"/>
                </a:solidFill>
                <a:latin typeface="Microsoft Sans Serif"/>
                <a:cs typeface="Microsoft Sans Serif"/>
              </a:rPr>
              <a:t> </a:t>
            </a:r>
            <a:r>
              <a:rPr sz="1800" dirty="0">
                <a:solidFill>
                  <a:srgbClr val="292929"/>
                </a:solidFill>
                <a:latin typeface="Microsoft Sans Serif"/>
                <a:cs typeface="Microsoft Sans Serif"/>
              </a:rPr>
              <a:t>with</a:t>
            </a:r>
            <a:r>
              <a:rPr sz="1800" spc="40"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60" dirty="0">
                <a:solidFill>
                  <a:srgbClr val="292929"/>
                </a:solidFill>
                <a:latin typeface="Microsoft Sans Serif"/>
                <a:cs typeface="Microsoft Sans Serif"/>
              </a:rPr>
              <a:t> </a:t>
            </a:r>
            <a:r>
              <a:rPr sz="1800" spc="-10" dirty="0">
                <a:solidFill>
                  <a:srgbClr val="292929"/>
                </a:solidFill>
                <a:latin typeface="Microsoft Sans Serif"/>
                <a:cs typeface="Microsoft Sans Serif"/>
              </a:rPr>
              <a:t>string</a:t>
            </a:r>
            <a:r>
              <a:rPr sz="1800" spc="70" dirty="0">
                <a:solidFill>
                  <a:srgbClr val="292929"/>
                </a:solidFill>
                <a:latin typeface="Microsoft Sans Serif"/>
                <a:cs typeface="Microsoft Sans Serif"/>
              </a:rPr>
              <a:t> </a:t>
            </a:r>
            <a:r>
              <a:rPr sz="1800" spc="-114" dirty="0">
                <a:solidFill>
                  <a:srgbClr val="292929"/>
                </a:solidFill>
                <a:latin typeface="Microsoft Sans Serif"/>
                <a:cs typeface="Microsoft Sans Serif"/>
              </a:rPr>
              <a:t>'CCA’;</a:t>
            </a:r>
            <a:endParaRPr sz="1800" dirty="0">
              <a:latin typeface="Microsoft Sans Serif"/>
              <a:cs typeface="Microsoft Sans Serif"/>
            </a:endParaRPr>
          </a:p>
          <a:p>
            <a:pPr marL="698500" lvl="1" indent="-228600">
              <a:lnSpc>
                <a:spcPct val="100000"/>
              </a:lnSpc>
              <a:spcBef>
                <a:spcPts val="600"/>
              </a:spcBef>
              <a:buFont typeface="Arial MT"/>
              <a:buChar char="•"/>
              <a:tabLst>
                <a:tab pos="697865" algn="l"/>
                <a:tab pos="698500" algn="l"/>
              </a:tabLst>
            </a:pPr>
            <a:r>
              <a:rPr sz="1800" spc="-45" dirty="0">
                <a:solidFill>
                  <a:srgbClr val="292929"/>
                </a:solidFill>
                <a:latin typeface="Microsoft Sans Serif"/>
                <a:cs typeface="Microsoft Sans Serif"/>
              </a:rPr>
              <a:t>Total</a:t>
            </a:r>
            <a:r>
              <a:rPr sz="1800" spc="70" dirty="0">
                <a:solidFill>
                  <a:srgbClr val="292929"/>
                </a:solidFill>
                <a:latin typeface="Microsoft Sans Serif"/>
                <a:cs typeface="Microsoft Sans Serif"/>
              </a:rPr>
              <a:t> </a:t>
            </a:r>
            <a:r>
              <a:rPr sz="1800" spc="-40" dirty="0">
                <a:solidFill>
                  <a:srgbClr val="292929"/>
                </a:solidFill>
                <a:latin typeface="Microsoft Sans Serif"/>
                <a:cs typeface="Microsoft Sans Serif"/>
              </a:rPr>
              <a:t>payload</a:t>
            </a:r>
            <a:r>
              <a:rPr sz="1800" spc="50" dirty="0">
                <a:solidFill>
                  <a:srgbClr val="292929"/>
                </a:solidFill>
                <a:latin typeface="Microsoft Sans Serif"/>
                <a:cs typeface="Microsoft Sans Serif"/>
              </a:rPr>
              <a:t> </a:t>
            </a:r>
            <a:r>
              <a:rPr sz="1800" spc="-120" dirty="0">
                <a:solidFill>
                  <a:srgbClr val="292929"/>
                </a:solidFill>
                <a:latin typeface="Microsoft Sans Serif"/>
                <a:cs typeface="Microsoft Sans Serif"/>
              </a:rPr>
              <a:t>mass</a:t>
            </a:r>
            <a:r>
              <a:rPr sz="1800" spc="75" dirty="0">
                <a:solidFill>
                  <a:srgbClr val="292929"/>
                </a:solidFill>
                <a:latin typeface="Microsoft Sans Serif"/>
                <a:cs typeface="Microsoft Sans Serif"/>
              </a:rPr>
              <a:t> </a:t>
            </a:r>
            <a:r>
              <a:rPr sz="1800" spc="-45" dirty="0">
                <a:solidFill>
                  <a:srgbClr val="292929"/>
                </a:solidFill>
                <a:latin typeface="Microsoft Sans Serif"/>
                <a:cs typeface="Microsoft Sans Serif"/>
              </a:rPr>
              <a:t>carried</a:t>
            </a:r>
            <a:r>
              <a:rPr sz="1800" spc="90" dirty="0">
                <a:solidFill>
                  <a:srgbClr val="292929"/>
                </a:solidFill>
                <a:latin typeface="Microsoft Sans Serif"/>
                <a:cs typeface="Microsoft Sans Serif"/>
              </a:rPr>
              <a:t> </a:t>
            </a:r>
            <a:r>
              <a:rPr sz="1800" spc="-35" dirty="0">
                <a:solidFill>
                  <a:srgbClr val="292929"/>
                </a:solidFill>
                <a:latin typeface="Microsoft Sans Serif"/>
                <a:cs typeface="Microsoft Sans Serif"/>
              </a:rPr>
              <a:t>by</a:t>
            </a:r>
            <a:r>
              <a:rPr sz="1800" spc="75" dirty="0">
                <a:solidFill>
                  <a:srgbClr val="292929"/>
                </a:solidFill>
                <a:latin typeface="Microsoft Sans Serif"/>
                <a:cs typeface="Microsoft Sans Serif"/>
              </a:rPr>
              <a:t> </a:t>
            </a:r>
            <a:r>
              <a:rPr sz="1800" spc="-30" dirty="0">
                <a:solidFill>
                  <a:srgbClr val="292929"/>
                </a:solidFill>
                <a:latin typeface="Microsoft Sans Serif"/>
                <a:cs typeface="Microsoft Sans Serif"/>
              </a:rPr>
              <a:t>boosters</a:t>
            </a:r>
            <a:r>
              <a:rPr sz="1800" spc="35" dirty="0">
                <a:solidFill>
                  <a:srgbClr val="292929"/>
                </a:solidFill>
                <a:latin typeface="Microsoft Sans Serif"/>
                <a:cs typeface="Microsoft Sans Serif"/>
              </a:rPr>
              <a:t> </a:t>
            </a:r>
            <a:r>
              <a:rPr sz="1800" spc="-60" dirty="0">
                <a:solidFill>
                  <a:srgbClr val="292929"/>
                </a:solidFill>
                <a:latin typeface="Microsoft Sans Serif"/>
                <a:cs typeface="Microsoft Sans Serif"/>
              </a:rPr>
              <a:t>launched</a:t>
            </a:r>
            <a:r>
              <a:rPr sz="1800" spc="50" dirty="0">
                <a:solidFill>
                  <a:srgbClr val="292929"/>
                </a:solidFill>
                <a:latin typeface="Microsoft Sans Serif"/>
                <a:cs typeface="Microsoft Sans Serif"/>
              </a:rPr>
              <a:t> </a:t>
            </a:r>
            <a:r>
              <a:rPr sz="1800" spc="-35" dirty="0">
                <a:solidFill>
                  <a:srgbClr val="292929"/>
                </a:solidFill>
                <a:latin typeface="Microsoft Sans Serif"/>
                <a:cs typeface="Microsoft Sans Serif"/>
              </a:rPr>
              <a:t>by</a:t>
            </a:r>
            <a:r>
              <a:rPr sz="1800" spc="70" dirty="0">
                <a:solidFill>
                  <a:srgbClr val="292929"/>
                </a:solidFill>
                <a:latin typeface="Microsoft Sans Serif"/>
                <a:cs typeface="Microsoft Sans Serif"/>
              </a:rPr>
              <a:t> </a:t>
            </a:r>
            <a:r>
              <a:rPr sz="1800" spc="-135" dirty="0">
                <a:solidFill>
                  <a:srgbClr val="292929"/>
                </a:solidFill>
                <a:latin typeface="Microsoft Sans Serif"/>
                <a:cs typeface="Microsoft Sans Serif"/>
              </a:rPr>
              <a:t>NASA</a:t>
            </a:r>
            <a:r>
              <a:rPr sz="1800" spc="40" dirty="0">
                <a:solidFill>
                  <a:srgbClr val="292929"/>
                </a:solidFill>
                <a:latin typeface="Microsoft Sans Serif"/>
                <a:cs typeface="Microsoft Sans Serif"/>
              </a:rPr>
              <a:t> </a:t>
            </a:r>
            <a:r>
              <a:rPr sz="1800" spc="-185" dirty="0">
                <a:solidFill>
                  <a:srgbClr val="292929"/>
                </a:solidFill>
                <a:latin typeface="Microsoft Sans Serif"/>
                <a:cs typeface="Microsoft Sans Serif"/>
              </a:rPr>
              <a:t>(CRS);</a:t>
            </a:r>
            <a:endParaRPr sz="1800" dirty="0">
              <a:latin typeface="Microsoft Sans Serif"/>
              <a:cs typeface="Microsoft Sans Serif"/>
            </a:endParaRPr>
          </a:p>
          <a:p>
            <a:pPr marL="698500" lvl="1" indent="-228600">
              <a:lnSpc>
                <a:spcPct val="100000"/>
              </a:lnSpc>
              <a:spcBef>
                <a:spcPts val="605"/>
              </a:spcBef>
              <a:buFont typeface="Arial MT"/>
              <a:buChar char="•"/>
              <a:tabLst>
                <a:tab pos="697865" algn="l"/>
                <a:tab pos="698500" algn="l"/>
              </a:tabLst>
            </a:pPr>
            <a:r>
              <a:rPr sz="1800" spc="-65" dirty="0">
                <a:solidFill>
                  <a:srgbClr val="292929"/>
                </a:solidFill>
                <a:latin typeface="Microsoft Sans Serif"/>
                <a:cs typeface="Microsoft Sans Serif"/>
              </a:rPr>
              <a:t>Average</a:t>
            </a:r>
            <a:r>
              <a:rPr sz="1800" spc="75" dirty="0">
                <a:solidFill>
                  <a:srgbClr val="292929"/>
                </a:solidFill>
                <a:latin typeface="Microsoft Sans Serif"/>
                <a:cs typeface="Microsoft Sans Serif"/>
              </a:rPr>
              <a:t> </a:t>
            </a:r>
            <a:r>
              <a:rPr sz="1800" spc="-40" dirty="0">
                <a:solidFill>
                  <a:srgbClr val="292929"/>
                </a:solidFill>
                <a:latin typeface="Microsoft Sans Serif"/>
                <a:cs typeface="Microsoft Sans Serif"/>
              </a:rPr>
              <a:t>payload</a:t>
            </a:r>
            <a:r>
              <a:rPr sz="1800" spc="40" dirty="0">
                <a:solidFill>
                  <a:srgbClr val="292929"/>
                </a:solidFill>
                <a:latin typeface="Microsoft Sans Serif"/>
                <a:cs typeface="Microsoft Sans Serif"/>
              </a:rPr>
              <a:t> </a:t>
            </a:r>
            <a:r>
              <a:rPr sz="1800" spc="-120" dirty="0">
                <a:solidFill>
                  <a:srgbClr val="292929"/>
                </a:solidFill>
                <a:latin typeface="Microsoft Sans Serif"/>
                <a:cs typeface="Microsoft Sans Serif"/>
              </a:rPr>
              <a:t>mass</a:t>
            </a:r>
            <a:r>
              <a:rPr sz="1800" spc="70" dirty="0">
                <a:solidFill>
                  <a:srgbClr val="292929"/>
                </a:solidFill>
                <a:latin typeface="Microsoft Sans Serif"/>
                <a:cs typeface="Microsoft Sans Serif"/>
              </a:rPr>
              <a:t> </a:t>
            </a:r>
            <a:r>
              <a:rPr sz="1800" spc="-40" dirty="0">
                <a:solidFill>
                  <a:srgbClr val="292929"/>
                </a:solidFill>
                <a:latin typeface="Microsoft Sans Serif"/>
                <a:cs typeface="Microsoft Sans Serif"/>
              </a:rPr>
              <a:t>carried</a:t>
            </a:r>
            <a:r>
              <a:rPr sz="1800" spc="85" dirty="0">
                <a:solidFill>
                  <a:srgbClr val="292929"/>
                </a:solidFill>
                <a:latin typeface="Microsoft Sans Serif"/>
                <a:cs typeface="Microsoft Sans Serif"/>
              </a:rPr>
              <a:t> </a:t>
            </a:r>
            <a:r>
              <a:rPr sz="1800" spc="-30" dirty="0">
                <a:solidFill>
                  <a:srgbClr val="292929"/>
                </a:solidFill>
                <a:latin typeface="Microsoft Sans Serif"/>
                <a:cs typeface="Microsoft Sans Serif"/>
              </a:rPr>
              <a:t>by</a:t>
            </a:r>
            <a:r>
              <a:rPr sz="1800" spc="55" dirty="0">
                <a:solidFill>
                  <a:srgbClr val="292929"/>
                </a:solidFill>
                <a:latin typeface="Microsoft Sans Serif"/>
                <a:cs typeface="Microsoft Sans Serif"/>
              </a:rPr>
              <a:t> </a:t>
            </a:r>
            <a:r>
              <a:rPr sz="1800" spc="-20" dirty="0">
                <a:solidFill>
                  <a:srgbClr val="292929"/>
                </a:solidFill>
                <a:latin typeface="Microsoft Sans Serif"/>
                <a:cs typeface="Microsoft Sans Serif"/>
              </a:rPr>
              <a:t>booster</a:t>
            </a:r>
            <a:r>
              <a:rPr sz="1800" spc="40" dirty="0">
                <a:solidFill>
                  <a:srgbClr val="292929"/>
                </a:solidFill>
                <a:latin typeface="Microsoft Sans Serif"/>
                <a:cs typeface="Microsoft Sans Serif"/>
              </a:rPr>
              <a:t> </a:t>
            </a:r>
            <a:r>
              <a:rPr sz="1800" spc="-45" dirty="0">
                <a:solidFill>
                  <a:srgbClr val="292929"/>
                </a:solidFill>
                <a:latin typeface="Microsoft Sans Serif"/>
                <a:cs typeface="Microsoft Sans Serif"/>
              </a:rPr>
              <a:t>version</a:t>
            </a:r>
            <a:r>
              <a:rPr sz="1800" spc="65" dirty="0">
                <a:solidFill>
                  <a:srgbClr val="292929"/>
                </a:solidFill>
                <a:latin typeface="Microsoft Sans Serif"/>
                <a:cs typeface="Microsoft Sans Serif"/>
              </a:rPr>
              <a:t> </a:t>
            </a:r>
            <a:r>
              <a:rPr sz="1800" spc="-30" dirty="0">
                <a:solidFill>
                  <a:srgbClr val="292929"/>
                </a:solidFill>
                <a:latin typeface="Microsoft Sans Serif"/>
                <a:cs typeface="Microsoft Sans Serif"/>
              </a:rPr>
              <a:t>F9</a:t>
            </a:r>
            <a:r>
              <a:rPr sz="1800" spc="40" dirty="0">
                <a:solidFill>
                  <a:srgbClr val="292929"/>
                </a:solidFill>
                <a:latin typeface="Microsoft Sans Serif"/>
                <a:cs typeface="Microsoft Sans Serif"/>
              </a:rPr>
              <a:t> </a:t>
            </a:r>
            <a:r>
              <a:rPr sz="1800" spc="-20" dirty="0">
                <a:solidFill>
                  <a:srgbClr val="292929"/>
                </a:solidFill>
                <a:latin typeface="Microsoft Sans Serif"/>
                <a:cs typeface="Microsoft Sans Serif"/>
              </a:rPr>
              <a:t>v1.1;</a:t>
            </a:r>
            <a:endParaRPr sz="1800" dirty="0">
              <a:latin typeface="Microsoft Sans Serif"/>
              <a:cs typeface="Microsoft Sans Serif"/>
            </a:endParaRPr>
          </a:p>
          <a:p>
            <a:pPr marL="698500" lvl="1" indent="-228600">
              <a:lnSpc>
                <a:spcPct val="100000"/>
              </a:lnSpc>
              <a:spcBef>
                <a:spcPts val="600"/>
              </a:spcBef>
              <a:buFont typeface="Arial MT"/>
              <a:buChar char="•"/>
              <a:tabLst>
                <a:tab pos="697865" algn="l"/>
                <a:tab pos="698500" algn="l"/>
              </a:tabLst>
            </a:pPr>
            <a:r>
              <a:rPr sz="1800" spc="-55" dirty="0">
                <a:solidFill>
                  <a:srgbClr val="292929"/>
                </a:solidFill>
                <a:latin typeface="Microsoft Sans Serif"/>
                <a:cs typeface="Microsoft Sans Serif"/>
              </a:rPr>
              <a:t>Date</a:t>
            </a:r>
            <a:r>
              <a:rPr sz="1800" spc="75" dirty="0">
                <a:solidFill>
                  <a:srgbClr val="292929"/>
                </a:solidFill>
                <a:latin typeface="Microsoft Sans Serif"/>
                <a:cs typeface="Microsoft Sans Serif"/>
              </a:rPr>
              <a:t> </a:t>
            </a:r>
            <a:r>
              <a:rPr sz="1800" spc="-65" dirty="0">
                <a:solidFill>
                  <a:srgbClr val="292929"/>
                </a:solidFill>
                <a:latin typeface="Microsoft Sans Serif"/>
                <a:cs typeface="Microsoft Sans Serif"/>
              </a:rPr>
              <a:t>when</a:t>
            </a:r>
            <a:r>
              <a:rPr sz="1800" spc="50"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45" dirty="0">
                <a:solidFill>
                  <a:srgbClr val="292929"/>
                </a:solidFill>
                <a:latin typeface="Microsoft Sans Serif"/>
                <a:cs typeface="Microsoft Sans Serif"/>
              </a:rPr>
              <a:t> </a:t>
            </a:r>
            <a:r>
              <a:rPr sz="1800" dirty="0">
                <a:solidFill>
                  <a:srgbClr val="292929"/>
                </a:solidFill>
                <a:latin typeface="Microsoft Sans Serif"/>
                <a:cs typeface="Microsoft Sans Serif"/>
              </a:rPr>
              <a:t>first</a:t>
            </a:r>
            <a:r>
              <a:rPr sz="1800" spc="75" dirty="0">
                <a:solidFill>
                  <a:srgbClr val="292929"/>
                </a:solidFill>
                <a:latin typeface="Microsoft Sans Serif"/>
                <a:cs typeface="Microsoft Sans Serif"/>
              </a:rPr>
              <a:t> </a:t>
            </a:r>
            <a:r>
              <a:rPr sz="1800" spc="-80" dirty="0">
                <a:solidFill>
                  <a:srgbClr val="292929"/>
                </a:solidFill>
                <a:latin typeface="Microsoft Sans Serif"/>
                <a:cs typeface="Microsoft Sans Serif"/>
              </a:rPr>
              <a:t>successful</a:t>
            </a:r>
            <a:r>
              <a:rPr sz="1800" spc="95" dirty="0">
                <a:solidFill>
                  <a:srgbClr val="292929"/>
                </a:solidFill>
                <a:latin typeface="Microsoft Sans Serif"/>
                <a:cs typeface="Microsoft Sans Serif"/>
              </a:rPr>
              <a:t> </a:t>
            </a:r>
            <a:r>
              <a:rPr sz="1800" spc="-20" dirty="0">
                <a:solidFill>
                  <a:srgbClr val="292929"/>
                </a:solidFill>
                <a:latin typeface="Microsoft Sans Serif"/>
                <a:cs typeface="Microsoft Sans Serif"/>
              </a:rPr>
              <a:t>landing</a:t>
            </a:r>
            <a:r>
              <a:rPr sz="1800" spc="30" dirty="0">
                <a:solidFill>
                  <a:srgbClr val="292929"/>
                </a:solidFill>
                <a:latin typeface="Microsoft Sans Serif"/>
                <a:cs typeface="Microsoft Sans Serif"/>
              </a:rPr>
              <a:t> </a:t>
            </a:r>
            <a:r>
              <a:rPr sz="1800" spc="-45" dirty="0">
                <a:solidFill>
                  <a:srgbClr val="292929"/>
                </a:solidFill>
                <a:latin typeface="Microsoft Sans Serif"/>
                <a:cs typeface="Microsoft Sans Serif"/>
              </a:rPr>
              <a:t>outcome</a:t>
            </a:r>
            <a:r>
              <a:rPr sz="1800" spc="35" dirty="0">
                <a:solidFill>
                  <a:srgbClr val="292929"/>
                </a:solidFill>
                <a:latin typeface="Microsoft Sans Serif"/>
                <a:cs typeface="Microsoft Sans Serif"/>
              </a:rPr>
              <a:t> </a:t>
            </a:r>
            <a:r>
              <a:rPr sz="1800" spc="-10" dirty="0">
                <a:solidFill>
                  <a:srgbClr val="292929"/>
                </a:solidFill>
                <a:latin typeface="Microsoft Sans Serif"/>
                <a:cs typeface="Microsoft Sans Serif"/>
              </a:rPr>
              <a:t>in</a:t>
            </a:r>
            <a:r>
              <a:rPr sz="1800" spc="50" dirty="0">
                <a:solidFill>
                  <a:srgbClr val="292929"/>
                </a:solidFill>
                <a:latin typeface="Microsoft Sans Serif"/>
                <a:cs typeface="Microsoft Sans Serif"/>
              </a:rPr>
              <a:t> </a:t>
            </a:r>
            <a:r>
              <a:rPr sz="1800" spc="-10" dirty="0">
                <a:solidFill>
                  <a:srgbClr val="292929"/>
                </a:solidFill>
                <a:latin typeface="Microsoft Sans Serif"/>
                <a:cs typeface="Microsoft Sans Serif"/>
              </a:rPr>
              <a:t>ground</a:t>
            </a:r>
            <a:r>
              <a:rPr sz="1800" spc="30" dirty="0">
                <a:solidFill>
                  <a:srgbClr val="292929"/>
                </a:solidFill>
                <a:latin typeface="Microsoft Sans Serif"/>
                <a:cs typeface="Microsoft Sans Serif"/>
              </a:rPr>
              <a:t> </a:t>
            </a:r>
            <a:r>
              <a:rPr sz="1800" spc="-30" dirty="0">
                <a:solidFill>
                  <a:srgbClr val="292929"/>
                </a:solidFill>
                <a:latin typeface="Microsoft Sans Serif"/>
                <a:cs typeface="Microsoft Sans Serif"/>
              </a:rPr>
              <a:t>pad</a:t>
            </a:r>
            <a:r>
              <a:rPr sz="1800" spc="45" dirty="0">
                <a:solidFill>
                  <a:srgbClr val="292929"/>
                </a:solidFill>
                <a:latin typeface="Microsoft Sans Serif"/>
                <a:cs typeface="Microsoft Sans Serif"/>
              </a:rPr>
              <a:t> </a:t>
            </a:r>
            <a:r>
              <a:rPr sz="1800" spc="-95" dirty="0">
                <a:solidFill>
                  <a:srgbClr val="292929"/>
                </a:solidFill>
                <a:latin typeface="Microsoft Sans Serif"/>
                <a:cs typeface="Microsoft Sans Serif"/>
              </a:rPr>
              <a:t>was</a:t>
            </a:r>
            <a:r>
              <a:rPr sz="1800" spc="70" dirty="0">
                <a:solidFill>
                  <a:srgbClr val="292929"/>
                </a:solidFill>
                <a:latin typeface="Microsoft Sans Serif"/>
                <a:cs typeface="Microsoft Sans Serif"/>
              </a:rPr>
              <a:t> </a:t>
            </a:r>
            <a:r>
              <a:rPr sz="1800" spc="-70" dirty="0">
                <a:solidFill>
                  <a:srgbClr val="292929"/>
                </a:solidFill>
                <a:latin typeface="Microsoft Sans Serif"/>
                <a:cs typeface="Microsoft Sans Serif"/>
              </a:rPr>
              <a:t>achieved;</a:t>
            </a:r>
            <a:endParaRPr sz="1800" dirty="0">
              <a:latin typeface="Microsoft Sans Serif"/>
              <a:cs typeface="Microsoft Sans Serif"/>
            </a:endParaRPr>
          </a:p>
          <a:p>
            <a:pPr marL="698500" marR="1073150" lvl="1" indent="-228600">
              <a:lnSpc>
                <a:spcPct val="100000"/>
              </a:lnSpc>
              <a:spcBef>
                <a:spcPts val="600"/>
              </a:spcBef>
              <a:buFont typeface="Arial MT"/>
              <a:buChar char="•"/>
              <a:tabLst>
                <a:tab pos="697865" algn="l"/>
                <a:tab pos="698500" algn="l"/>
              </a:tabLst>
            </a:pPr>
            <a:r>
              <a:rPr sz="1800" spc="-114" dirty="0">
                <a:solidFill>
                  <a:srgbClr val="292929"/>
                </a:solidFill>
                <a:latin typeface="Microsoft Sans Serif"/>
                <a:cs typeface="Microsoft Sans Serif"/>
              </a:rPr>
              <a:t>Names</a:t>
            </a:r>
            <a:r>
              <a:rPr sz="1800" spc="60" dirty="0">
                <a:solidFill>
                  <a:srgbClr val="292929"/>
                </a:solidFill>
                <a:latin typeface="Microsoft Sans Serif"/>
                <a:cs typeface="Microsoft Sans Serif"/>
              </a:rPr>
              <a:t> </a:t>
            </a:r>
            <a:r>
              <a:rPr sz="1800" spc="-5" dirty="0">
                <a:solidFill>
                  <a:srgbClr val="292929"/>
                </a:solidFill>
                <a:latin typeface="Microsoft Sans Serif"/>
                <a:cs typeface="Microsoft Sans Serif"/>
              </a:rPr>
              <a:t>of</a:t>
            </a:r>
            <a:r>
              <a:rPr sz="1800" spc="60"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45" dirty="0">
                <a:solidFill>
                  <a:srgbClr val="292929"/>
                </a:solidFill>
                <a:latin typeface="Microsoft Sans Serif"/>
                <a:cs typeface="Microsoft Sans Serif"/>
              </a:rPr>
              <a:t> </a:t>
            </a:r>
            <a:r>
              <a:rPr sz="1800" spc="-30" dirty="0">
                <a:solidFill>
                  <a:srgbClr val="292929"/>
                </a:solidFill>
                <a:latin typeface="Microsoft Sans Serif"/>
                <a:cs typeface="Microsoft Sans Serif"/>
              </a:rPr>
              <a:t>boosters</a:t>
            </a:r>
            <a:r>
              <a:rPr sz="1800" spc="60" dirty="0">
                <a:solidFill>
                  <a:srgbClr val="292929"/>
                </a:solidFill>
                <a:latin typeface="Microsoft Sans Serif"/>
                <a:cs typeface="Microsoft Sans Serif"/>
              </a:rPr>
              <a:t> </a:t>
            </a:r>
            <a:r>
              <a:rPr sz="1800" spc="-50" dirty="0">
                <a:solidFill>
                  <a:srgbClr val="292929"/>
                </a:solidFill>
                <a:latin typeface="Microsoft Sans Serif"/>
                <a:cs typeface="Microsoft Sans Serif"/>
              </a:rPr>
              <a:t>which</a:t>
            </a:r>
            <a:r>
              <a:rPr sz="1800" spc="55" dirty="0">
                <a:solidFill>
                  <a:srgbClr val="292929"/>
                </a:solidFill>
                <a:latin typeface="Microsoft Sans Serif"/>
                <a:cs typeface="Microsoft Sans Serif"/>
              </a:rPr>
              <a:t> </a:t>
            </a:r>
            <a:r>
              <a:rPr sz="1800" spc="-85" dirty="0">
                <a:solidFill>
                  <a:srgbClr val="292929"/>
                </a:solidFill>
                <a:latin typeface="Microsoft Sans Serif"/>
                <a:cs typeface="Microsoft Sans Serif"/>
              </a:rPr>
              <a:t>have</a:t>
            </a:r>
            <a:r>
              <a:rPr sz="1800" spc="80" dirty="0">
                <a:solidFill>
                  <a:srgbClr val="292929"/>
                </a:solidFill>
                <a:latin typeface="Microsoft Sans Serif"/>
                <a:cs typeface="Microsoft Sans Serif"/>
              </a:rPr>
              <a:t> </a:t>
            </a:r>
            <a:r>
              <a:rPr sz="1800" spc="-110" dirty="0">
                <a:solidFill>
                  <a:srgbClr val="292929"/>
                </a:solidFill>
                <a:latin typeface="Microsoft Sans Serif"/>
                <a:cs typeface="Microsoft Sans Serif"/>
              </a:rPr>
              <a:t>success</a:t>
            </a:r>
            <a:r>
              <a:rPr sz="1800" spc="75" dirty="0">
                <a:solidFill>
                  <a:srgbClr val="292929"/>
                </a:solidFill>
                <a:latin typeface="Microsoft Sans Serif"/>
                <a:cs typeface="Microsoft Sans Serif"/>
              </a:rPr>
              <a:t> </a:t>
            </a:r>
            <a:r>
              <a:rPr sz="1800" spc="-10" dirty="0">
                <a:solidFill>
                  <a:srgbClr val="292929"/>
                </a:solidFill>
                <a:latin typeface="Microsoft Sans Serif"/>
                <a:cs typeface="Microsoft Sans Serif"/>
              </a:rPr>
              <a:t>in</a:t>
            </a:r>
            <a:r>
              <a:rPr sz="1800" spc="50" dirty="0">
                <a:solidFill>
                  <a:srgbClr val="292929"/>
                </a:solidFill>
                <a:latin typeface="Microsoft Sans Serif"/>
                <a:cs typeface="Microsoft Sans Serif"/>
              </a:rPr>
              <a:t> </a:t>
            </a:r>
            <a:r>
              <a:rPr sz="1800" spc="-25" dirty="0">
                <a:solidFill>
                  <a:srgbClr val="292929"/>
                </a:solidFill>
                <a:latin typeface="Microsoft Sans Serif"/>
                <a:cs typeface="Microsoft Sans Serif"/>
              </a:rPr>
              <a:t>drone</a:t>
            </a:r>
            <a:r>
              <a:rPr sz="1800" spc="50" dirty="0">
                <a:solidFill>
                  <a:srgbClr val="292929"/>
                </a:solidFill>
                <a:latin typeface="Microsoft Sans Serif"/>
                <a:cs typeface="Microsoft Sans Serif"/>
              </a:rPr>
              <a:t> </a:t>
            </a:r>
            <a:r>
              <a:rPr sz="1800" spc="-35" dirty="0">
                <a:solidFill>
                  <a:srgbClr val="292929"/>
                </a:solidFill>
                <a:latin typeface="Microsoft Sans Serif"/>
                <a:cs typeface="Microsoft Sans Serif"/>
              </a:rPr>
              <a:t>ship</a:t>
            </a:r>
            <a:r>
              <a:rPr sz="1800" spc="55"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r>
              <a:rPr sz="1800" spc="50" dirty="0">
                <a:solidFill>
                  <a:srgbClr val="292929"/>
                </a:solidFill>
                <a:latin typeface="Microsoft Sans Serif"/>
                <a:cs typeface="Microsoft Sans Serif"/>
              </a:rPr>
              <a:t> </a:t>
            </a:r>
            <a:r>
              <a:rPr sz="1800" spc="-85" dirty="0">
                <a:solidFill>
                  <a:srgbClr val="292929"/>
                </a:solidFill>
                <a:latin typeface="Microsoft Sans Serif"/>
                <a:cs typeface="Microsoft Sans Serif"/>
              </a:rPr>
              <a:t>have</a:t>
            </a:r>
            <a:r>
              <a:rPr sz="1800" spc="80" dirty="0">
                <a:solidFill>
                  <a:srgbClr val="292929"/>
                </a:solidFill>
                <a:latin typeface="Microsoft Sans Serif"/>
                <a:cs typeface="Microsoft Sans Serif"/>
              </a:rPr>
              <a:t> </a:t>
            </a:r>
            <a:r>
              <a:rPr sz="1800" spc="-40" dirty="0">
                <a:solidFill>
                  <a:srgbClr val="292929"/>
                </a:solidFill>
                <a:latin typeface="Microsoft Sans Serif"/>
                <a:cs typeface="Microsoft Sans Serif"/>
              </a:rPr>
              <a:t>payload</a:t>
            </a:r>
            <a:r>
              <a:rPr sz="1800" spc="45" dirty="0">
                <a:solidFill>
                  <a:srgbClr val="292929"/>
                </a:solidFill>
                <a:latin typeface="Microsoft Sans Serif"/>
                <a:cs typeface="Microsoft Sans Serif"/>
              </a:rPr>
              <a:t> </a:t>
            </a:r>
            <a:r>
              <a:rPr sz="1800" spc="-120" dirty="0">
                <a:solidFill>
                  <a:srgbClr val="292929"/>
                </a:solidFill>
                <a:latin typeface="Microsoft Sans Serif"/>
                <a:cs typeface="Microsoft Sans Serif"/>
              </a:rPr>
              <a:t>mass</a:t>
            </a:r>
            <a:r>
              <a:rPr sz="1800" spc="80" dirty="0">
                <a:solidFill>
                  <a:srgbClr val="292929"/>
                </a:solidFill>
                <a:latin typeface="Microsoft Sans Serif"/>
                <a:cs typeface="Microsoft Sans Serif"/>
              </a:rPr>
              <a:t> </a:t>
            </a:r>
            <a:r>
              <a:rPr sz="1800" spc="-45" dirty="0">
                <a:solidFill>
                  <a:srgbClr val="292929"/>
                </a:solidFill>
                <a:latin typeface="Microsoft Sans Serif"/>
                <a:cs typeface="Microsoft Sans Serif"/>
              </a:rPr>
              <a:t>between </a:t>
            </a:r>
            <a:r>
              <a:rPr sz="1800" spc="-465" dirty="0">
                <a:solidFill>
                  <a:srgbClr val="292929"/>
                </a:solidFill>
                <a:latin typeface="Microsoft Sans Serif"/>
                <a:cs typeface="Microsoft Sans Serif"/>
              </a:rPr>
              <a:t> </a:t>
            </a:r>
            <a:r>
              <a:rPr sz="1800" spc="75" dirty="0">
                <a:solidFill>
                  <a:srgbClr val="292929"/>
                </a:solidFill>
                <a:latin typeface="Microsoft Sans Serif"/>
                <a:cs typeface="Microsoft Sans Serif"/>
              </a:rPr>
              <a:t>4000</a:t>
            </a:r>
            <a:r>
              <a:rPr sz="1800" spc="65"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r>
              <a:rPr sz="1800" spc="70" dirty="0">
                <a:solidFill>
                  <a:srgbClr val="292929"/>
                </a:solidFill>
                <a:latin typeface="Microsoft Sans Serif"/>
                <a:cs typeface="Microsoft Sans Serif"/>
              </a:rPr>
              <a:t> </a:t>
            </a:r>
            <a:r>
              <a:rPr sz="1800" spc="75" dirty="0">
                <a:solidFill>
                  <a:srgbClr val="292929"/>
                </a:solidFill>
                <a:latin typeface="Microsoft Sans Serif"/>
                <a:cs typeface="Microsoft Sans Serif"/>
              </a:rPr>
              <a:t>6000</a:t>
            </a:r>
            <a:r>
              <a:rPr sz="1800" spc="70" dirty="0">
                <a:solidFill>
                  <a:srgbClr val="292929"/>
                </a:solidFill>
                <a:latin typeface="Microsoft Sans Serif"/>
                <a:cs typeface="Microsoft Sans Serif"/>
              </a:rPr>
              <a:t> </a:t>
            </a:r>
            <a:r>
              <a:rPr sz="1800" spc="-40" dirty="0">
                <a:solidFill>
                  <a:srgbClr val="292929"/>
                </a:solidFill>
                <a:latin typeface="Microsoft Sans Serif"/>
                <a:cs typeface="Microsoft Sans Serif"/>
              </a:rPr>
              <a:t>kg;</a:t>
            </a:r>
            <a:endParaRPr sz="1800" dirty="0">
              <a:latin typeface="Microsoft Sans Serif"/>
              <a:cs typeface="Microsoft Sans Serif"/>
            </a:endParaRPr>
          </a:p>
          <a:p>
            <a:pPr marL="698500" lvl="1" indent="-228600">
              <a:lnSpc>
                <a:spcPct val="100000"/>
              </a:lnSpc>
              <a:spcBef>
                <a:spcPts val="600"/>
              </a:spcBef>
              <a:buFont typeface="Arial MT"/>
              <a:buChar char="•"/>
              <a:tabLst>
                <a:tab pos="697865" algn="l"/>
                <a:tab pos="698500" algn="l"/>
              </a:tabLst>
            </a:pPr>
            <a:r>
              <a:rPr sz="1800" spc="-45" dirty="0">
                <a:solidFill>
                  <a:srgbClr val="292929"/>
                </a:solidFill>
                <a:latin typeface="Microsoft Sans Serif"/>
                <a:cs typeface="Microsoft Sans Serif"/>
              </a:rPr>
              <a:t>Total</a:t>
            </a:r>
            <a:r>
              <a:rPr sz="1800" spc="65" dirty="0">
                <a:solidFill>
                  <a:srgbClr val="292929"/>
                </a:solidFill>
                <a:latin typeface="Microsoft Sans Serif"/>
                <a:cs typeface="Microsoft Sans Serif"/>
              </a:rPr>
              <a:t> </a:t>
            </a:r>
            <a:r>
              <a:rPr sz="1800" spc="-45" dirty="0">
                <a:solidFill>
                  <a:srgbClr val="292929"/>
                </a:solidFill>
                <a:latin typeface="Microsoft Sans Serif"/>
                <a:cs typeface="Microsoft Sans Serif"/>
              </a:rPr>
              <a:t>number</a:t>
            </a:r>
            <a:r>
              <a:rPr sz="1800" spc="45" dirty="0">
                <a:solidFill>
                  <a:srgbClr val="292929"/>
                </a:solidFill>
                <a:latin typeface="Microsoft Sans Serif"/>
                <a:cs typeface="Microsoft Sans Serif"/>
              </a:rPr>
              <a:t> </a:t>
            </a:r>
            <a:r>
              <a:rPr sz="1800" spc="-5" dirty="0">
                <a:solidFill>
                  <a:srgbClr val="292929"/>
                </a:solidFill>
                <a:latin typeface="Microsoft Sans Serif"/>
                <a:cs typeface="Microsoft Sans Serif"/>
              </a:rPr>
              <a:t>of</a:t>
            </a:r>
            <a:r>
              <a:rPr sz="1800" spc="40" dirty="0">
                <a:solidFill>
                  <a:srgbClr val="292929"/>
                </a:solidFill>
                <a:latin typeface="Microsoft Sans Serif"/>
                <a:cs typeface="Microsoft Sans Serif"/>
              </a:rPr>
              <a:t> </a:t>
            </a:r>
            <a:r>
              <a:rPr sz="1800" spc="-80" dirty="0">
                <a:solidFill>
                  <a:srgbClr val="292929"/>
                </a:solidFill>
                <a:latin typeface="Microsoft Sans Serif"/>
                <a:cs typeface="Microsoft Sans Serif"/>
              </a:rPr>
              <a:t>successful</a:t>
            </a:r>
            <a:r>
              <a:rPr sz="1800" spc="90"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r>
              <a:rPr sz="1800" spc="45" dirty="0">
                <a:solidFill>
                  <a:srgbClr val="292929"/>
                </a:solidFill>
                <a:latin typeface="Microsoft Sans Serif"/>
                <a:cs typeface="Microsoft Sans Serif"/>
              </a:rPr>
              <a:t> </a:t>
            </a:r>
            <a:r>
              <a:rPr sz="1800" spc="-30" dirty="0">
                <a:solidFill>
                  <a:srgbClr val="292929"/>
                </a:solidFill>
                <a:latin typeface="Microsoft Sans Serif"/>
                <a:cs typeface="Microsoft Sans Serif"/>
              </a:rPr>
              <a:t>failure</a:t>
            </a:r>
            <a:r>
              <a:rPr sz="1800" spc="70" dirty="0">
                <a:solidFill>
                  <a:srgbClr val="292929"/>
                </a:solidFill>
                <a:latin typeface="Microsoft Sans Serif"/>
                <a:cs typeface="Microsoft Sans Serif"/>
              </a:rPr>
              <a:t> </a:t>
            </a:r>
            <a:r>
              <a:rPr sz="1800" spc="-50" dirty="0">
                <a:solidFill>
                  <a:srgbClr val="292929"/>
                </a:solidFill>
                <a:latin typeface="Microsoft Sans Serif"/>
                <a:cs typeface="Microsoft Sans Serif"/>
              </a:rPr>
              <a:t>mission</a:t>
            </a:r>
            <a:r>
              <a:rPr sz="1800" spc="45" dirty="0">
                <a:solidFill>
                  <a:srgbClr val="292929"/>
                </a:solidFill>
                <a:latin typeface="Microsoft Sans Serif"/>
                <a:cs typeface="Microsoft Sans Serif"/>
              </a:rPr>
              <a:t> </a:t>
            </a:r>
            <a:r>
              <a:rPr sz="1800" spc="-60" dirty="0">
                <a:solidFill>
                  <a:srgbClr val="292929"/>
                </a:solidFill>
                <a:latin typeface="Microsoft Sans Serif"/>
                <a:cs typeface="Microsoft Sans Serif"/>
              </a:rPr>
              <a:t>outcomes;</a:t>
            </a:r>
            <a:endParaRPr sz="1800" dirty="0">
              <a:latin typeface="Microsoft Sans Serif"/>
              <a:cs typeface="Microsoft Sans Serif"/>
            </a:endParaRPr>
          </a:p>
          <a:p>
            <a:pPr marL="698500" lvl="1" indent="-228600">
              <a:lnSpc>
                <a:spcPct val="100000"/>
              </a:lnSpc>
              <a:spcBef>
                <a:spcPts val="605"/>
              </a:spcBef>
              <a:buFont typeface="Arial MT"/>
              <a:buChar char="•"/>
              <a:tabLst>
                <a:tab pos="697865" algn="l"/>
                <a:tab pos="698500" algn="l"/>
              </a:tabLst>
            </a:pPr>
            <a:r>
              <a:rPr sz="1800" spc="-114" dirty="0">
                <a:solidFill>
                  <a:srgbClr val="292929"/>
                </a:solidFill>
                <a:latin typeface="Microsoft Sans Serif"/>
                <a:cs typeface="Microsoft Sans Serif"/>
              </a:rPr>
              <a:t>Names</a:t>
            </a:r>
            <a:r>
              <a:rPr sz="1800" spc="60" dirty="0">
                <a:solidFill>
                  <a:srgbClr val="292929"/>
                </a:solidFill>
                <a:latin typeface="Microsoft Sans Serif"/>
                <a:cs typeface="Microsoft Sans Serif"/>
              </a:rPr>
              <a:t> </a:t>
            </a:r>
            <a:r>
              <a:rPr sz="1800" spc="-5" dirty="0">
                <a:solidFill>
                  <a:srgbClr val="292929"/>
                </a:solidFill>
                <a:latin typeface="Microsoft Sans Serif"/>
                <a:cs typeface="Microsoft Sans Serif"/>
              </a:rPr>
              <a:t>of</a:t>
            </a:r>
            <a:r>
              <a:rPr sz="1800" spc="60"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50" dirty="0">
                <a:solidFill>
                  <a:srgbClr val="292929"/>
                </a:solidFill>
                <a:latin typeface="Microsoft Sans Serif"/>
                <a:cs typeface="Microsoft Sans Serif"/>
              </a:rPr>
              <a:t> </a:t>
            </a:r>
            <a:r>
              <a:rPr sz="1800" spc="-20" dirty="0">
                <a:solidFill>
                  <a:srgbClr val="292929"/>
                </a:solidFill>
                <a:latin typeface="Microsoft Sans Serif"/>
                <a:cs typeface="Microsoft Sans Serif"/>
              </a:rPr>
              <a:t>booster</a:t>
            </a:r>
            <a:r>
              <a:rPr sz="1800" spc="65" dirty="0">
                <a:solidFill>
                  <a:srgbClr val="292929"/>
                </a:solidFill>
                <a:latin typeface="Microsoft Sans Serif"/>
                <a:cs typeface="Microsoft Sans Serif"/>
              </a:rPr>
              <a:t> </a:t>
            </a:r>
            <a:r>
              <a:rPr sz="1800" spc="-55" dirty="0">
                <a:solidFill>
                  <a:srgbClr val="292929"/>
                </a:solidFill>
                <a:latin typeface="Microsoft Sans Serif"/>
                <a:cs typeface="Microsoft Sans Serif"/>
              </a:rPr>
              <a:t>versions</a:t>
            </a:r>
            <a:r>
              <a:rPr sz="1800" spc="70" dirty="0">
                <a:solidFill>
                  <a:srgbClr val="292929"/>
                </a:solidFill>
                <a:latin typeface="Microsoft Sans Serif"/>
                <a:cs typeface="Microsoft Sans Serif"/>
              </a:rPr>
              <a:t> </a:t>
            </a:r>
            <a:r>
              <a:rPr sz="1800" spc="-50" dirty="0">
                <a:solidFill>
                  <a:srgbClr val="292929"/>
                </a:solidFill>
                <a:latin typeface="Microsoft Sans Serif"/>
                <a:cs typeface="Microsoft Sans Serif"/>
              </a:rPr>
              <a:t>which</a:t>
            </a:r>
            <a:r>
              <a:rPr sz="1800" spc="50" dirty="0">
                <a:solidFill>
                  <a:srgbClr val="292929"/>
                </a:solidFill>
                <a:latin typeface="Microsoft Sans Serif"/>
                <a:cs typeface="Microsoft Sans Serif"/>
              </a:rPr>
              <a:t> </a:t>
            </a:r>
            <a:r>
              <a:rPr sz="1800" spc="-85" dirty="0">
                <a:solidFill>
                  <a:srgbClr val="292929"/>
                </a:solidFill>
                <a:latin typeface="Microsoft Sans Serif"/>
                <a:cs typeface="Microsoft Sans Serif"/>
              </a:rPr>
              <a:t>have</a:t>
            </a:r>
            <a:r>
              <a:rPr sz="1800" spc="70" dirty="0">
                <a:solidFill>
                  <a:srgbClr val="292929"/>
                </a:solidFill>
                <a:latin typeface="Microsoft Sans Serif"/>
                <a:cs typeface="Microsoft Sans Serif"/>
              </a:rPr>
              <a:t> </a:t>
            </a:r>
            <a:r>
              <a:rPr sz="1800" spc="-40" dirty="0">
                <a:solidFill>
                  <a:srgbClr val="292929"/>
                </a:solidFill>
                <a:latin typeface="Microsoft Sans Serif"/>
                <a:cs typeface="Microsoft Sans Serif"/>
              </a:rPr>
              <a:t>carried</a:t>
            </a:r>
            <a:r>
              <a:rPr sz="1800" spc="90"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65" dirty="0">
                <a:solidFill>
                  <a:srgbClr val="292929"/>
                </a:solidFill>
                <a:latin typeface="Microsoft Sans Serif"/>
                <a:cs typeface="Microsoft Sans Serif"/>
              </a:rPr>
              <a:t> </a:t>
            </a:r>
            <a:r>
              <a:rPr sz="1800" spc="-80" dirty="0">
                <a:solidFill>
                  <a:srgbClr val="292929"/>
                </a:solidFill>
                <a:latin typeface="Microsoft Sans Serif"/>
                <a:cs typeface="Microsoft Sans Serif"/>
              </a:rPr>
              <a:t>maximum</a:t>
            </a:r>
            <a:r>
              <a:rPr sz="1800" spc="70" dirty="0">
                <a:solidFill>
                  <a:srgbClr val="292929"/>
                </a:solidFill>
                <a:latin typeface="Microsoft Sans Serif"/>
                <a:cs typeface="Microsoft Sans Serif"/>
              </a:rPr>
              <a:t> </a:t>
            </a:r>
            <a:r>
              <a:rPr sz="1800" spc="-40" dirty="0">
                <a:solidFill>
                  <a:srgbClr val="292929"/>
                </a:solidFill>
                <a:latin typeface="Microsoft Sans Serif"/>
                <a:cs typeface="Microsoft Sans Serif"/>
              </a:rPr>
              <a:t>payload</a:t>
            </a:r>
            <a:r>
              <a:rPr sz="1800" spc="45" dirty="0">
                <a:solidFill>
                  <a:srgbClr val="292929"/>
                </a:solidFill>
                <a:latin typeface="Microsoft Sans Serif"/>
                <a:cs typeface="Microsoft Sans Serif"/>
              </a:rPr>
              <a:t> </a:t>
            </a:r>
            <a:r>
              <a:rPr sz="1800" spc="-114" dirty="0">
                <a:solidFill>
                  <a:srgbClr val="292929"/>
                </a:solidFill>
                <a:latin typeface="Microsoft Sans Serif"/>
                <a:cs typeface="Microsoft Sans Serif"/>
              </a:rPr>
              <a:t>mass;</a:t>
            </a:r>
            <a:endParaRPr sz="1800" dirty="0">
              <a:latin typeface="Microsoft Sans Serif"/>
              <a:cs typeface="Microsoft Sans Serif"/>
            </a:endParaRPr>
          </a:p>
          <a:p>
            <a:pPr marL="698500" lvl="1" indent="-228600">
              <a:lnSpc>
                <a:spcPct val="100000"/>
              </a:lnSpc>
              <a:spcBef>
                <a:spcPts val="600"/>
              </a:spcBef>
              <a:buFont typeface="Arial MT"/>
              <a:buChar char="•"/>
              <a:tabLst>
                <a:tab pos="697865" algn="l"/>
                <a:tab pos="698500" algn="l"/>
              </a:tabLst>
            </a:pPr>
            <a:r>
              <a:rPr sz="1800" spc="-50" dirty="0">
                <a:solidFill>
                  <a:srgbClr val="292929"/>
                </a:solidFill>
                <a:latin typeface="Microsoft Sans Serif"/>
                <a:cs typeface="Microsoft Sans Serif"/>
              </a:rPr>
              <a:t>Failed</a:t>
            </a:r>
            <a:r>
              <a:rPr sz="1800" spc="50" dirty="0">
                <a:solidFill>
                  <a:srgbClr val="292929"/>
                </a:solidFill>
                <a:latin typeface="Microsoft Sans Serif"/>
                <a:cs typeface="Microsoft Sans Serif"/>
              </a:rPr>
              <a:t> </a:t>
            </a:r>
            <a:r>
              <a:rPr sz="1800" spc="-20" dirty="0">
                <a:solidFill>
                  <a:srgbClr val="292929"/>
                </a:solidFill>
                <a:latin typeface="Microsoft Sans Serif"/>
                <a:cs typeface="Microsoft Sans Serif"/>
              </a:rPr>
              <a:t>landing</a:t>
            </a:r>
            <a:r>
              <a:rPr sz="1800" spc="30" dirty="0">
                <a:solidFill>
                  <a:srgbClr val="292929"/>
                </a:solidFill>
                <a:latin typeface="Microsoft Sans Serif"/>
                <a:cs typeface="Microsoft Sans Serif"/>
              </a:rPr>
              <a:t> </a:t>
            </a:r>
            <a:r>
              <a:rPr sz="1800" spc="-55" dirty="0">
                <a:solidFill>
                  <a:srgbClr val="292929"/>
                </a:solidFill>
                <a:latin typeface="Microsoft Sans Serif"/>
                <a:cs typeface="Microsoft Sans Serif"/>
              </a:rPr>
              <a:t>outcomes</a:t>
            </a:r>
            <a:r>
              <a:rPr sz="1800" spc="65" dirty="0">
                <a:solidFill>
                  <a:srgbClr val="292929"/>
                </a:solidFill>
                <a:latin typeface="Microsoft Sans Serif"/>
                <a:cs typeface="Microsoft Sans Serif"/>
              </a:rPr>
              <a:t> </a:t>
            </a:r>
            <a:r>
              <a:rPr sz="1800" spc="-10" dirty="0">
                <a:solidFill>
                  <a:srgbClr val="292929"/>
                </a:solidFill>
                <a:latin typeface="Microsoft Sans Serif"/>
                <a:cs typeface="Microsoft Sans Serif"/>
              </a:rPr>
              <a:t>in</a:t>
            </a:r>
            <a:r>
              <a:rPr sz="1800" spc="50" dirty="0">
                <a:solidFill>
                  <a:srgbClr val="292929"/>
                </a:solidFill>
                <a:latin typeface="Microsoft Sans Serif"/>
                <a:cs typeface="Microsoft Sans Serif"/>
              </a:rPr>
              <a:t> </a:t>
            </a:r>
            <a:r>
              <a:rPr sz="1800" spc="-25" dirty="0">
                <a:solidFill>
                  <a:srgbClr val="292929"/>
                </a:solidFill>
                <a:latin typeface="Microsoft Sans Serif"/>
                <a:cs typeface="Microsoft Sans Serif"/>
              </a:rPr>
              <a:t>drone</a:t>
            </a:r>
            <a:r>
              <a:rPr sz="1800" spc="50" dirty="0">
                <a:solidFill>
                  <a:srgbClr val="292929"/>
                </a:solidFill>
                <a:latin typeface="Microsoft Sans Serif"/>
                <a:cs typeface="Microsoft Sans Serif"/>
              </a:rPr>
              <a:t> </a:t>
            </a:r>
            <a:r>
              <a:rPr sz="1800" spc="-45" dirty="0">
                <a:solidFill>
                  <a:srgbClr val="292929"/>
                </a:solidFill>
                <a:latin typeface="Microsoft Sans Serif"/>
                <a:cs typeface="Microsoft Sans Serif"/>
              </a:rPr>
              <a:t>ship,</a:t>
            </a:r>
            <a:r>
              <a:rPr sz="1800" spc="35" dirty="0">
                <a:solidFill>
                  <a:srgbClr val="292929"/>
                </a:solidFill>
                <a:latin typeface="Microsoft Sans Serif"/>
                <a:cs typeface="Microsoft Sans Serif"/>
              </a:rPr>
              <a:t> </a:t>
            </a:r>
            <a:r>
              <a:rPr sz="1800" spc="-10" dirty="0">
                <a:solidFill>
                  <a:srgbClr val="292929"/>
                </a:solidFill>
                <a:latin typeface="Microsoft Sans Serif"/>
                <a:cs typeface="Microsoft Sans Serif"/>
              </a:rPr>
              <a:t>their</a:t>
            </a:r>
            <a:r>
              <a:rPr sz="1800" spc="70" dirty="0">
                <a:solidFill>
                  <a:srgbClr val="292929"/>
                </a:solidFill>
                <a:latin typeface="Microsoft Sans Serif"/>
                <a:cs typeface="Microsoft Sans Serif"/>
              </a:rPr>
              <a:t> </a:t>
            </a:r>
            <a:r>
              <a:rPr sz="1800" spc="-20" dirty="0">
                <a:solidFill>
                  <a:srgbClr val="292929"/>
                </a:solidFill>
                <a:latin typeface="Microsoft Sans Serif"/>
                <a:cs typeface="Microsoft Sans Serif"/>
              </a:rPr>
              <a:t>booster</a:t>
            </a:r>
            <a:r>
              <a:rPr sz="1800" spc="65" dirty="0">
                <a:solidFill>
                  <a:srgbClr val="292929"/>
                </a:solidFill>
                <a:latin typeface="Microsoft Sans Serif"/>
                <a:cs typeface="Microsoft Sans Serif"/>
              </a:rPr>
              <a:t> </a:t>
            </a:r>
            <a:r>
              <a:rPr sz="1800" spc="-60" dirty="0">
                <a:solidFill>
                  <a:srgbClr val="292929"/>
                </a:solidFill>
                <a:latin typeface="Microsoft Sans Serif"/>
                <a:cs typeface="Microsoft Sans Serif"/>
              </a:rPr>
              <a:t>versions,</a:t>
            </a:r>
            <a:r>
              <a:rPr sz="1800" spc="50"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r>
              <a:rPr sz="1800" spc="75" dirty="0">
                <a:solidFill>
                  <a:srgbClr val="292929"/>
                </a:solidFill>
                <a:latin typeface="Microsoft Sans Serif"/>
                <a:cs typeface="Microsoft Sans Serif"/>
              </a:rPr>
              <a:t> </a:t>
            </a:r>
            <a:r>
              <a:rPr sz="1800" spc="-60" dirty="0">
                <a:solidFill>
                  <a:srgbClr val="292929"/>
                </a:solidFill>
                <a:latin typeface="Microsoft Sans Serif"/>
                <a:cs typeface="Microsoft Sans Serif"/>
              </a:rPr>
              <a:t>launch</a:t>
            </a:r>
            <a:r>
              <a:rPr sz="1800" spc="50" dirty="0">
                <a:solidFill>
                  <a:srgbClr val="292929"/>
                </a:solidFill>
                <a:latin typeface="Microsoft Sans Serif"/>
                <a:cs typeface="Microsoft Sans Serif"/>
              </a:rPr>
              <a:t> </a:t>
            </a:r>
            <a:r>
              <a:rPr sz="1800" spc="-30" dirty="0">
                <a:solidFill>
                  <a:srgbClr val="292929"/>
                </a:solidFill>
                <a:latin typeface="Microsoft Sans Serif"/>
                <a:cs typeface="Microsoft Sans Serif"/>
              </a:rPr>
              <a:t>site</a:t>
            </a:r>
            <a:r>
              <a:rPr sz="1800" spc="60" dirty="0">
                <a:solidFill>
                  <a:srgbClr val="292929"/>
                </a:solidFill>
                <a:latin typeface="Microsoft Sans Serif"/>
                <a:cs typeface="Microsoft Sans Serif"/>
              </a:rPr>
              <a:t> </a:t>
            </a:r>
            <a:r>
              <a:rPr sz="1800" spc="-95" dirty="0">
                <a:solidFill>
                  <a:srgbClr val="292929"/>
                </a:solidFill>
                <a:latin typeface="Microsoft Sans Serif"/>
                <a:cs typeface="Microsoft Sans Serif"/>
              </a:rPr>
              <a:t>names</a:t>
            </a:r>
            <a:r>
              <a:rPr sz="1800" spc="60" dirty="0">
                <a:solidFill>
                  <a:srgbClr val="292929"/>
                </a:solidFill>
                <a:latin typeface="Microsoft Sans Serif"/>
                <a:cs typeface="Microsoft Sans Serif"/>
              </a:rPr>
              <a:t> </a:t>
            </a:r>
            <a:r>
              <a:rPr sz="1800" dirty="0">
                <a:solidFill>
                  <a:srgbClr val="292929"/>
                </a:solidFill>
                <a:latin typeface="Microsoft Sans Serif"/>
                <a:cs typeface="Microsoft Sans Serif"/>
              </a:rPr>
              <a:t>for</a:t>
            </a:r>
            <a:r>
              <a:rPr sz="1800" spc="75" dirty="0">
                <a:solidFill>
                  <a:srgbClr val="292929"/>
                </a:solidFill>
                <a:latin typeface="Microsoft Sans Serif"/>
                <a:cs typeface="Microsoft Sans Serif"/>
              </a:rPr>
              <a:t> </a:t>
            </a:r>
            <a:r>
              <a:rPr sz="1800" spc="-10" dirty="0">
                <a:solidFill>
                  <a:srgbClr val="292929"/>
                </a:solidFill>
                <a:latin typeface="Microsoft Sans Serif"/>
                <a:cs typeface="Microsoft Sans Serif"/>
              </a:rPr>
              <a:t>in</a:t>
            </a:r>
            <a:endParaRPr sz="1800" dirty="0">
              <a:latin typeface="Microsoft Sans Serif"/>
              <a:cs typeface="Microsoft Sans Serif"/>
            </a:endParaRPr>
          </a:p>
          <a:p>
            <a:pPr marL="698500">
              <a:lnSpc>
                <a:spcPct val="100000"/>
              </a:lnSpc>
            </a:pPr>
            <a:r>
              <a:rPr sz="1800" spc="-75" dirty="0">
                <a:solidFill>
                  <a:srgbClr val="292929"/>
                </a:solidFill>
                <a:latin typeface="Microsoft Sans Serif"/>
                <a:cs typeface="Microsoft Sans Serif"/>
              </a:rPr>
              <a:t>year</a:t>
            </a:r>
            <a:r>
              <a:rPr sz="1800" spc="60" dirty="0">
                <a:solidFill>
                  <a:srgbClr val="292929"/>
                </a:solidFill>
                <a:latin typeface="Microsoft Sans Serif"/>
                <a:cs typeface="Microsoft Sans Serif"/>
              </a:rPr>
              <a:t> </a:t>
            </a:r>
            <a:r>
              <a:rPr sz="1800" spc="40" dirty="0">
                <a:solidFill>
                  <a:srgbClr val="292929"/>
                </a:solidFill>
                <a:latin typeface="Microsoft Sans Serif"/>
                <a:cs typeface="Microsoft Sans Serif"/>
              </a:rPr>
              <a:t>2015;</a:t>
            </a:r>
            <a:r>
              <a:rPr sz="1800" spc="65" dirty="0">
                <a:solidFill>
                  <a:srgbClr val="292929"/>
                </a:solidFill>
                <a:latin typeface="Microsoft Sans Serif"/>
                <a:cs typeface="Microsoft Sans Serif"/>
              </a:rPr>
              <a:t> </a:t>
            </a:r>
            <a:r>
              <a:rPr sz="1800" spc="-60" dirty="0">
                <a:solidFill>
                  <a:srgbClr val="292929"/>
                </a:solidFill>
                <a:latin typeface="Microsoft Sans Serif"/>
                <a:cs typeface="Microsoft Sans Serif"/>
              </a:rPr>
              <a:t>and</a:t>
            </a:r>
            <a:endParaRPr sz="1800" dirty="0">
              <a:latin typeface="Microsoft Sans Serif"/>
              <a:cs typeface="Microsoft Sans Serif"/>
            </a:endParaRPr>
          </a:p>
          <a:p>
            <a:pPr marL="698500" lvl="1" indent="-228600">
              <a:lnSpc>
                <a:spcPct val="100000"/>
              </a:lnSpc>
              <a:spcBef>
                <a:spcPts val="600"/>
              </a:spcBef>
              <a:buFont typeface="Arial MT"/>
              <a:buChar char="•"/>
              <a:tabLst>
                <a:tab pos="697865" algn="l"/>
                <a:tab pos="698500" algn="l"/>
              </a:tabLst>
            </a:pPr>
            <a:r>
              <a:rPr sz="1800" spc="-114" dirty="0">
                <a:solidFill>
                  <a:srgbClr val="292929"/>
                </a:solidFill>
                <a:latin typeface="Microsoft Sans Serif"/>
                <a:cs typeface="Microsoft Sans Serif"/>
              </a:rPr>
              <a:t>Rank</a:t>
            </a:r>
            <a:r>
              <a:rPr sz="1800" spc="60" dirty="0">
                <a:solidFill>
                  <a:srgbClr val="292929"/>
                </a:solidFill>
                <a:latin typeface="Microsoft Sans Serif"/>
                <a:cs typeface="Microsoft Sans Serif"/>
              </a:rPr>
              <a:t> </a:t>
            </a:r>
            <a:r>
              <a:rPr sz="1800" spc="-5" dirty="0">
                <a:solidFill>
                  <a:srgbClr val="292929"/>
                </a:solidFill>
                <a:latin typeface="Microsoft Sans Serif"/>
                <a:cs typeface="Microsoft Sans Serif"/>
              </a:rPr>
              <a:t>of</a:t>
            </a:r>
            <a:r>
              <a:rPr sz="1800" spc="35"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60" dirty="0">
                <a:solidFill>
                  <a:srgbClr val="292929"/>
                </a:solidFill>
                <a:latin typeface="Microsoft Sans Serif"/>
                <a:cs typeface="Microsoft Sans Serif"/>
              </a:rPr>
              <a:t> </a:t>
            </a:r>
            <a:r>
              <a:rPr sz="1800" spc="-30" dirty="0">
                <a:solidFill>
                  <a:srgbClr val="292929"/>
                </a:solidFill>
                <a:latin typeface="Microsoft Sans Serif"/>
                <a:cs typeface="Microsoft Sans Serif"/>
              </a:rPr>
              <a:t>count</a:t>
            </a:r>
            <a:r>
              <a:rPr sz="1800" spc="35" dirty="0">
                <a:solidFill>
                  <a:srgbClr val="292929"/>
                </a:solidFill>
                <a:latin typeface="Microsoft Sans Serif"/>
                <a:cs typeface="Microsoft Sans Serif"/>
              </a:rPr>
              <a:t> </a:t>
            </a:r>
            <a:r>
              <a:rPr sz="1800" dirty="0">
                <a:solidFill>
                  <a:srgbClr val="292929"/>
                </a:solidFill>
                <a:latin typeface="Microsoft Sans Serif"/>
                <a:cs typeface="Microsoft Sans Serif"/>
              </a:rPr>
              <a:t>of</a:t>
            </a:r>
            <a:r>
              <a:rPr sz="1800" spc="35" dirty="0">
                <a:solidFill>
                  <a:srgbClr val="292929"/>
                </a:solidFill>
                <a:latin typeface="Microsoft Sans Serif"/>
                <a:cs typeface="Microsoft Sans Serif"/>
              </a:rPr>
              <a:t> </a:t>
            </a:r>
            <a:r>
              <a:rPr sz="1800" spc="-20" dirty="0">
                <a:solidFill>
                  <a:srgbClr val="292929"/>
                </a:solidFill>
                <a:latin typeface="Microsoft Sans Serif"/>
                <a:cs typeface="Microsoft Sans Serif"/>
              </a:rPr>
              <a:t>landing</a:t>
            </a:r>
            <a:r>
              <a:rPr sz="1800" spc="50" dirty="0">
                <a:solidFill>
                  <a:srgbClr val="292929"/>
                </a:solidFill>
                <a:latin typeface="Microsoft Sans Serif"/>
                <a:cs typeface="Microsoft Sans Serif"/>
              </a:rPr>
              <a:t> </a:t>
            </a:r>
            <a:r>
              <a:rPr sz="1800" spc="-50" dirty="0">
                <a:solidFill>
                  <a:srgbClr val="292929"/>
                </a:solidFill>
                <a:latin typeface="Microsoft Sans Serif"/>
                <a:cs typeface="Microsoft Sans Serif"/>
              </a:rPr>
              <a:t>outcomes</a:t>
            </a:r>
            <a:r>
              <a:rPr sz="1800" spc="30" dirty="0">
                <a:solidFill>
                  <a:srgbClr val="292929"/>
                </a:solidFill>
                <a:latin typeface="Microsoft Sans Serif"/>
                <a:cs typeface="Microsoft Sans Serif"/>
              </a:rPr>
              <a:t> </a:t>
            </a:r>
            <a:r>
              <a:rPr sz="1800" spc="-90" dirty="0">
                <a:solidFill>
                  <a:srgbClr val="292929"/>
                </a:solidFill>
                <a:latin typeface="Microsoft Sans Serif"/>
                <a:cs typeface="Microsoft Sans Serif"/>
              </a:rPr>
              <a:t>(such</a:t>
            </a:r>
            <a:r>
              <a:rPr sz="1800" spc="65" dirty="0">
                <a:solidFill>
                  <a:srgbClr val="292929"/>
                </a:solidFill>
                <a:latin typeface="Microsoft Sans Serif"/>
                <a:cs typeface="Microsoft Sans Serif"/>
              </a:rPr>
              <a:t> </a:t>
            </a:r>
            <a:r>
              <a:rPr sz="1800" spc="-125" dirty="0">
                <a:solidFill>
                  <a:srgbClr val="292929"/>
                </a:solidFill>
                <a:latin typeface="Microsoft Sans Serif"/>
                <a:cs typeface="Microsoft Sans Serif"/>
              </a:rPr>
              <a:t>as</a:t>
            </a:r>
            <a:r>
              <a:rPr sz="1800" spc="55" dirty="0">
                <a:solidFill>
                  <a:srgbClr val="292929"/>
                </a:solidFill>
                <a:latin typeface="Microsoft Sans Serif"/>
                <a:cs typeface="Microsoft Sans Serif"/>
              </a:rPr>
              <a:t> </a:t>
            </a:r>
            <a:r>
              <a:rPr sz="1800" spc="-50" dirty="0">
                <a:solidFill>
                  <a:srgbClr val="292929"/>
                </a:solidFill>
                <a:latin typeface="Microsoft Sans Serif"/>
                <a:cs typeface="Microsoft Sans Serif"/>
              </a:rPr>
              <a:t>Failure</a:t>
            </a:r>
            <a:r>
              <a:rPr sz="1800" spc="70" dirty="0">
                <a:solidFill>
                  <a:srgbClr val="292929"/>
                </a:solidFill>
                <a:latin typeface="Microsoft Sans Serif"/>
                <a:cs typeface="Microsoft Sans Serif"/>
              </a:rPr>
              <a:t> </a:t>
            </a:r>
            <a:r>
              <a:rPr sz="1800" spc="-40" dirty="0">
                <a:solidFill>
                  <a:srgbClr val="292929"/>
                </a:solidFill>
                <a:latin typeface="Microsoft Sans Serif"/>
                <a:cs typeface="Microsoft Sans Serif"/>
              </a:rPr>
              <a:t>(drone</a:t>
            </a:r>
            <a:r>
              <a:rPr sz="1800" spc="45" dirty="0">
                <a:solidFill>
                  <a:srgbClr val="292929"/>
                </a:solidFill>
                <a:latin typeface="Microsoft Sans Serif"/>
                <a:cs typeface="Microsoft Sans Serif"/>
              </a:rPr>
              <a:t> </a:t>
            </a:r>
            <a:r>
              <a:rPr sz="1800" spc="-50" dirty="0">
                <a:solidFill>
                  <a:srgbClr val="292929"/>
                </a:solidFill>
                <a:latin typeface="Microsoft Sans Serif"/>
                <a:cs typeface="Microsoft Sans Serif"/>
              </a:rPr>
              <a:t>ship)</a:t>
            </a:r>
            <a:r>
              <a:rPr sz="1800" spc="30" dirty="0">
                <a:solidFill>
                  <a:srgbClr val="292929"/>
                </a:solidFill>
                <a:latin typeface="Microsoft Sans Serif"/>
                <a:cs typeface="Microsoft Sans Serif"/>
              </a:rPr>
              <a:t> </a:t>
            </a:r>
            <a:r>
              <a:rPr sz="1800" spc="5" dirty="0">
                <a:solidFill>
                  <a:srgbClr val="292929"/>
                </a:solidFill>
                <a:latin typeface="Microsoft Sans Serif"/>
                <a:cs typeface="Microsoft Sans Serif"/>
              </a:rPr>
              <a:t>or</a:t>
            </a:r>
            <a:r>
              <a:rPr sz="1800" spc="60" dirty="0">
                <a:solidFill>
                  <a:srgbClr val="292929"/>
                </a:solidFill>
                <a:latin typeface="Microsoft Sans Serif"/>
                <a:cs typeface="Microsoft Sans Serif"/>
              </a:rPr>
              <a:t> </a:t>
            </a:r>
            <a:r>
              <a:rPr sz="1800" spc="-125" dirty="0">
                <a:solidFill>
                  <a:srgbClr val="292929"/>
                </a:solidFill>
                <a:latin typeface="Microsoft Sans Serif"/>
                <a:cs typeface="Microsoft Sans Serif"/>
              </a:rPr>
              <a:t>Success</a:t>
            </a:r>
            <a:r>
              <a:rPr sz="1800" spc="55" dirty="0">
                <a:solidFill>
                  <a:srgbClr val="292929"/>
                </a:solidFill>
                <a:latin typeface="Microsoft Sans Serif"/>
                <a:cs typeface="Microsoft Sans Serif"/>
              </a:rPr>
              <a:t> </a:t>
            </a:r>
            <a:r>
              <a:rPr sz="1800" spc="-25" dirty="0">
                <a:solidFill>
                  <a:srgbClr val="292929"/>
                </a:solidFill>
                <a:latin typeface="Microsoft Sans Serif"/>
                <a:cs typeface="Microsoft Sans Serif"/>
              </a:rPr>
              <a:t>(ground</a:t>
            </a:r>
            <a:endParaRPr sz="1800" dirty="0">
              <a:latin typeface="Microsoft Sans Serif"/>
              <a:cs typeface="Microsoft Sans Serif"/>
            </a:endParaRPr>
          </a:p>
          <a:p>
            <a:pPr marL="698500">
              <a:lnSpc>
                <a:spcPts val="2035"/>
              </a:lnSpc>
            </a:pPr>
            <a:r>
              <a:rPr sz="1800" spc="-65" dirty="0">
                <a:solidFill>
                  <a:srgbClr val="292929"/>
                </a:solidFill>
                <a:latin typeface="Microsoft Sans Serif"/>
                <a:cs typeface="Microsoft Sans Serif"/>
              </a:rPr>
              <a:t>pad))</a:t>
            </a:r>
            <a:r>
              <a:rPr sz="1800" spc="55" dirty="0">
                <a:solidFill>
                  <a:srgbClr val="292929"/>
                </a:solidFill>
                <a:latin typeface="Microsoft Sans Serif"/>
                <a:cs typeface="Microsoft Sans Serif"/>
              </a:rPr>
              <a:t> </a:t>
            </a:r>
            <a:r>
              <a:rPr sz="1800" spc="-45" dirty="0">
                <a:solidFill>
                  <a:srgbClr val="292929"/>
                </a:solidFill>
                <a:latin typeface="Microsoft Sans Serif"/>
                <a:cs typeface="Microsoft Sans Serif"/>
              </a:rPr>
              <a:t>between</a:t>
            </a:r>
            <a:r>
              <a:rPr sz="1800" spc="70" dirty="0">
                <a:solidFill>
                  <a:srgbClr val="292929"/>
                </a:solidFill>
                <a:latin typeface="Microsoft Sans Serif"/>
                <a:cs typeface="Microsoft Sans Serif"/>
              </a:rPr>
              <a:t> </a:t>
            </a:r>
            <a:r>
              <a:rPr sz="1800" spc="-25" dirty="0">
                <a:solidFill>
                  <a:srgbClr val="292929"/>
                </a:solidFill>
                <a:latin typeface="Microsoft Sans Serif"/>
                <a:cs typeface="Microsoft Sans Serif"/>
              </a:rPr>
              <a:t>the</a:t>
            </a:r>
            <a:r>
              <a:rPr sz="1800" spc="70" dirty="0">
                <a:solidFill>
                  <a:srgbClr val="292929"/>
                </a:solidFill>
                <a:latin typeface="Microsoft Sans Serif"/>
                <a:cs typeface="Microsoft Sans Serif"/>
              </a:rPr>
              <a:t> </a:t>
            </a:r>
            <a:r>
              <a:rPr sz="1800" spc="-35" dirty="0">
                <a:solidFill>
                  <a:srgbClr val="292929"/>
                </a:solidFill>
                <a:latin typeface="Microsoft Sans Serif"/>
                <a:cs typeface="Microsoft Sans Serif"/>
              </a:rPr>
              <a:t>date</a:t>
            </a:r>
            <a:r>
              <a:rPr sz="1800" spc="55" dirty="0">
                <a:solidFill>
                  <a:srgbClr val="292929"/>
                </a:solidFill>
                <a:latin typeface="Microsoft Sans Serif"/>
                <a:cs typeface="Microsoft Sans Serif"/>
              </a:rPr>
              <a:t> </a:t>
            </a:r>
            <a:r>
              <a:rPr sz="1800" spc="60" dirty="0">
                <a:solidFill>
                  <a:srgbClr val="292929"/>
                </a:solidFill>
                <a:latin typeface="Microsoft Sans Serif"/>
                <a:cs typeface="Microsoft Sans Serif"/>
              </a:rPr>
              <a:t>2010-06-04</a:t>
            </a:r>
            <a:r>
              <a:rPr sz="1800" spc="114"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r>
              <a:rPr sz="1800" spc="50" dirty="0">
                <a:solidFill>
                  <a:srgbClr val="292929"/>
                </a:solidFill>
                <a:latin typeface="Microsoft Sans Serif"/>
                <a:cs typeface="Microsoft Sans Serif"/>
              </a:rPr>
              <a:t> </a:t>
            </a:r>
            <a:r>
              <a:rPr sz="1800" spc="45" dirty="0">
                <a:solidFill>
                  <a:srgbClr val="292929"/>
                </a:solidFill>
                <a:latin typeface="Microsoft Sans Serif"/>
                <a:cs typeface="Microsoft Sans Serif"/>
              </a:rPr>
              <a:t>2017-03-20.</a:t>
            </a:r>
            <a:endParaRPr sz="1800" dirty="0">
              <a:latin typeface="Microsoft Sans Serif"/>
              <a:cs typeface="Microsoft Sans Serif"/>
            </a:endParaRPr>
          </a:p>
          <a:p>
            <a:pPr marL="10275570">
              <a:lnSpc>
                <a:spcPts val="1795"/>
              </a:lnSpc>
            </a:pPr>
            <a:r>
              <a:rPr sz="1600" spc="65" dirty="0">
                <a:solidFill>
                  <a:srgbClr val="1C7CDB"/>
                </a:solidFill>
                <a:latin typeface="Microsoft Sans Serif"/>
                <a:cs typeface="Microsoft Sans Serif"/>
              </a:rPr>
              <a:t>13</a:t>
            </a:r>
            <a:endParaRPr sz="1600" dirty="0">
              <a:latin typeface="Microsoft Sans Serif"/>
              <a:cs typeface="Microsoft Sans Serif"/>
            </a:endParaRPr>
          </a:p>
        </p:txBody>
      </p:sp>
      <p:sp>
        <p:nvSpPr>
          <p:cNvPr id="6" name="object 5">
            <a:extLst>
              <a:ext uri="{FF2B5EF4-FFF2-40B4-BE49-F238E27FC236}">
                <a16:creationId xmlns:a16="http://schemas.microsoft.com/office/drawing/2014/main" id="{956840F6-8CF4-30B7-34AB-43767C1156C3}"/>
              </a:ext>
            </a:extLst>
          </p:cNvPr>
          <p:cNvSpPr txBox="1"/>
          <p:nvPr/>
        </p:nvSpPr>
        <p:spPr>
          <a:xfrm>
            <a:off x="1077594" y="6313539"/>
            <a:ext cx="7198995" cy="410369"/>
          </a:xfrm>
          <a:prstGeom prst="rect">
            <a:avLst/>
          </a:prstGeom>
        </p:spPr>
        <p:txBody>
          <a:bodyPr vert="horz" wrap="square" lIns="0" tIns="0" rIns="0" bIns="0" rtlCol="0">
            <a:spAutoFit/>
          </a:bodyPr>
          <a:lstStyle/>
          <a:p>
            <a:pPr marL="12700">
              <a:lnSpc>
                <a:spcPts val="1620"/>
              </a:lnSpc>
            </a:pPr>
            <a:r>
              <a:rPr sz="1400" spc="-65" dirty="0">
                <a:solidFill>
                  <a:srgbClr val="292929"/>
                </a:solidFill>
                <a:latin typeface="Microsoft Sans Serif"/>
                <a:cs typeface="Microsoft Sans Serif"/>
              </a:rPr>
              <a:t>Source</a:t>
            </a:r>
            <a:r>
              <a:rPr sz="1400" spc="135" dirty="0">
                <a:solidFill>
                  <a:srgbClr val="292929"/>
                </a:solidFill>
                <a:latin typeface="Microsoft Sans Serif"/>
                <a:cs typeface="Microsoft Sans Serif"/>
              </a:rPr>
              <a:t> </a:t>
            </a:r>
            <a:r>
              <a:rPr sz="1400" spc="-50" dirty="0">
                <a:solidFill>
                  <a:srgbClr val="292929"/>
                </a:solidFill>
                <a:latin typeface="Microsoft Sans Serif"/>
                <a:cs typeface="Microsoft Sans Serif"/>
              </a:rPr>
              <a:t>code:</a:t>
            </a:r>
            <a:r>
              <a:rPr sz="1400" spc="140" dirty="0">
                <a:solidFill>
                  <a:srgbClr val="292929"/>
                </a:solidFill>
                <a:latin typeface="Microsoft Sans Serif"/>
                <a:cs typeface="Microsoft Sans Serif"/>
              </a:rPr>
              <a:t> </a:t>
            </a:r>
            <a:r>
              <a:rPr lang="en-IN" sz="1400" u="sng" spc="-20" dirty="0">
                <a:solidFill>
                  <a:srgbClr val="0462C1"/>
                </a:solidFill>
                <a:uFill>
                  <a:solidFill>
                    <a:srgbClr val="0462C1"/>
                  </a:solidFill>
                </a:uFill>
                <a:latin typeface="Microsoft Sans Serif"/>
                <a:cs typeface="Microsoft Sans Serif"/>
              </a:rPr>
              <a:t>https://github.com/ammansharrma/IBM-Professional-Certificate/tree/main/Applied%20Capstone%20Project</a:t>
            </a:r>
            <a:endParaRPr sz="1400" dirty="0">
              <a:latin typeface="Microsoft Sans Serif"/>
              <a:cs typeface="Microsoft Sans Serif"/>
            </a:endParaRPr>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
        <p:nvSpPr>
          <p:cNvPr id="2" name="object 2">
            <a:extLst>
              <a:ext uri="{FF2B5EF4-FFF2-40B4-BE49-F238E27FC236}">
                <a16:creationId xmlns:a16="http://schemas.microsoft.com/office/drawing/2014/main" id="{7B1826B6-CEC2-85B1-9CF0-05B69970DFA0}"/>
              </a:ext>
            </a:extLst>
          </p:cNvPr>
          <p:cNvSpPr txBox="1"/>
          <p:nvPr/>
        </p:nvSpPr>
        <p:spPr>
          <a:xfrm>
            <a:off x="917257" y="1649793"/>
            <a:ext cx="10246360" cy="2693670"/>
          </a:xfrm>
          <a:prstGeom prst="rect">
            <a:avLst/>
          </a:prstGeom>
        </p:spPr>
        <p:txBody>
          <a:bodyPr vert="horz" wrap="square" lIns="0" tIns="180340" rIns="0" bIns="0" rtlCol="0">
            <a:spAutoFit/>
          </a:bodyPr>
          <a:lstStyle/>
          <a:p>
            <a:pPr marL="241300" indent="-228600">
              <a:lnSpc>
                <a:spcPct val="100000"/>
              </a:lnSpc>
              <a:spcBef>
                <a:spcPts val="1420"/>
              </a:spcBef>
              <a:buFont typeface="Arial MT"/>
              <a:buChar char="•"/>
              <a:tabLst>
                <a:tab pos="241300" algn="l"/>
              </a:tabLst>
            </a:pPr>
            <a:r>
              <a:rPr sz="2600" spc="-90" dirty="0">
                <a:solidFill>
                  <a:srgbClr val="292929"/>
                </a:solidFill>
                <a:latin typeface="Microsoft Sans Serif"/>
                <a:cs typeface="Microsoft Sans Serif"/>
              </a:rPr>
              <a:t>Markers,</a:t>
            </a:r>
            <a:r>
              <a:rPr sz="2600" spc="80" dirty="0">
                <a:solidFill>
                  <a:srgbClr val="292929"/>
                </a:solidFill>
                <a:latin typeface="Microsoft Sans Serif"/>
                <a:cs typeface="Microsoft Sans Serif"/>
              </a:rPr>
              <a:t> </a:t>
            </a:r>
            <a:r>
              <a:rPr sz="2600" spc="-85" dirty="0">
                <a:solidFill>
                  <a:srgbClr val="292929"/>
                </a:solidFill>
                <a:latin typeface="Microsoft Sans Serif"/>
                <a:cs typeface="Microsoft Sans Serif"/>
              </a:rPr>
              <a:t>circles,</a:t>
            </a:r>
            <a:r>
              <a:rPr sz="2600" spc="114" dirty="0">
                <a:solidFill>
                  <a:srgbClr val="292929"/>
                </a:solidFill>
                <a:latin typeface="Microsoft Sans Serif"/>
                <a:cs typeface="Microsoft Sans Serif"/>
              </a:rPr>
              <a:t> </a:t>
            </a:r>
            <a:r>
              <a:rPr sz="2600" spc="-65" dirty="0">
                <a:solidFill>
                  <a:srgbClr val="292929"/>
                </a:solidFill>
                <a:latin typeface="Microsoft Sans Serif"/>
                <a:cs typeface="Microsoft Sans Serif"/>
              </a:rPr>
              <a:t>lines</a:t>
            </a:r>
            <a:r>
              <a:rPr sz="2600" spc="95" dirty="0">
                <a:solidFill>
                  <a:srgbClr val="292929"/>
                </a:solidFill>
                <a:latin typeface="Microsoft Sans Serif"/>
                <a:cs typeface="Microsoft Sans Serif"/>
              </a:rPr>
              <a:t> </a:t>
            </a:r>
            <a:r>
              <a:rPr sz="2600" spc="-80" dirty="0">
                <a:solidFill>
                  <a:srgbClr val="292929"/>
                </a:solidFill>
                <a:latin typeface="Microsoft Sans Serif"/>
                <a:cs typeface="Microsoft Sans Serif"/>
              </a:rPr>
              <a:t>and</a:t>
            </a:r>
            <a:r>
              <a:rPr sz="2600" spc="95" dirty="0">
                <a:solidFill>
                  <a:srgbClr val="292929"/>
                </a:solidFill>
                <a:latin typeface="Microsoft Sans Serif"/>
                <a:cs typeface="Microsoft Sans Serif"/>
              </a:rPr>
              <a:t> </a:t>
            </a:r>
            <a:r>
              <a:rPr sz="2600" spc="-70" dirty="0">
                <a:solidFill>
                  <a:srgbClr val="292929"/>
                </a:solidFill>
                <a:latin typeface="Microsoft Sans Serif"/>
                <a:cs typeface="Microsoft Sans Serif"/>
              </a:rPr>
              <a:t>marker</a:t>
            </a:r>
            <a:r>
              <a:rPr sz="2600" spc="75" dirty="0">
                <a:solidFill>
                  <a:srgbClr val="292929"/>
                </a:solidFill>
                <a:latin typeface="Microsoft Sans Serif"/>
                <a:cs typeface="Microsoft Sans Serif"/>
              </a:rPr>
              <a:t> </a:t>
            </a:r>
            <a:r>
              <a:rPr sz="2600" spc="-70" dirty="0">
                <a:solidFill>
                  <a:srgbClr val="292929"/>
                </a:solidFill>
                <a:latin typeface="Microsoft Sans Serif"/>
                <a:cs typeface="Microsoft Sans Serif"/>
              </a:rPr>
              <a:t>clusters</a:t>
            </a:r>
            <a:r>
              <a:rPr sz="2600" spc="100" dirty="0">
                <a:solidFill>
                  <a:srgbClr val="292929"/>
                </a:solidFill>
                <a:latin typeface="Microsoft Sans Serif"/>
                <a:cs typeface="Microsoft Sans Serif"/>
              </a:rPr>
              <a:t> </a:t>
            </a:r>
            <a:r>
              <a:rPr sz="2600" spc="-85" dirty="0">
                <a:solidFill>
                  <a:srgbClr val="292929"/>
                </a:solidFill>
                <a:latin typeface="Microsoft Sans Serif"/>
                <a:cs typeface="Microsoft Sans Serif"/>
              </a:rPr>
              <a:t>were</a:t>
            </a:r>
            <a:r>
              <a:rPr sz="2600" spc="100" dirty="0">
                <a:solidFill>
                  <a:srgbClr val="292929"/>
                </a:solidFill>
                <a:latin typeface="Microsoft Sans Serif"/>
                <a:cs typeface="Microsoft Sans Serif"/>
              </a:rPr>
              <a:t> </a:t>
            </a:r>
            <a:r>
              <a:rPr sz="2600" spc="-90" dirty="0">
                <a:solidFill>
                  <a:srgbClr val="292929"/>
                </a:solidFill>
                <a:latin typeface="Microsoft Sans Serif"/>
                <a:cs typeface="Microsoft Sans Serif"/>
              </a:rPr>
              <a:t>used</a:t>
            </a:r>
            <a:r>
              <a:rPr sz="2600" spc="95" dirty="0">
                <a:solidFill>
                  <a:srgbClr val="292929"/>
                </a:solidFill>
                <a:latin typeface="Microsoft Sans Serif"/>
                <a:cs typeface="Microsoft Sans Serif"/>
              </a:rPr>
              <a:t> </a:t>
            </a:r>
            <a:r>
              <a:rPr sz="2600" dirty="0">
                <a:solidFill>
                  <a:srgbClr val="292929"/>
                </a:solidFill>
                <a:latin typeface="Microsoft Sans Serif"/>
                <a:cs typeface="Microsoft Sans Serif"/>
              </a:rPr>
              <a:t>with</a:t>
            </a:r>
            <a:r>
              <a:rPr sz="2600" spc="90" dirty="0">
                <a:solidFill>
                  <a:srgbClr val="292929"/>
                </a:solidFill>
                <a:latin typeface="Microsoft Sans Serif"/>
                <a:cs typeface="Microsoft Sans Serif"/>
              </a:rPr>
              <a:t> </a:t>
            </a:r>
            <a:r>
              <a:rPr sz="2600" spc="-65" dirty="0">
                <a:solidFill>
                  <a:srgbClr val="292929"/>
                </a:solidFill>
                <a:latin typeface="Microsoft Sans Serif"/>
                <a:cs typeface="Microsoft Sans Serif"/>
              </a:rPr>
              <a:t>Folium</a:t>
            </a:r>
            <a:r>
              <a:rPr sz="2600" spc="100" dirty="0">
                <a:solidFill>
                  <a:srgbClr val="292929"/>
                </a:solidFill>
                <a:latin typeface="Microsoft Sans Serif"/>
                <a:cs typeface="Microsoft Sans Serif"/>
              </a:rPr>
              <a:t> </a:t>
            </a:r>
            <a:r>
              <a:rPr sz="2600" spc="-114" dirty="0">
                <a:solidFill>
                  <a:srgbClr val="292929"/>
                </a:solidFill>
                <a:latin typeface="Microsoft Sans Serif"/>
                <a:cs typeface="Microsoft Sans Serif"/>
              </a:rPr>
              <a:t>Maps</a:t>
            </a:r>
            <a:endParaRPr sz="2600" dirty="0">
              <a:latin typeface="Microsoft Sans Serif"/>
              <a:cs typeface="Microsoft Sans Serif"/>
            </a:endParaRPr>
          </a:p>
          <a:p>
            <a:pPr marL="697865" lvl="1" indent="-229235">
              <a:lnSpc>
                <a:spcPct val="100000"/>
              </a:lnSpc>
              <a:spcBef>
                <a:spcPts val="960"/>
              </a:spcBef>
              <a:buFont typeface="Arial MT"/>
              <a:buChar char="•"/>
              <a:tabLst>
                <a:tab pos="697865" algn="l"/>
                <a:tab pos="698500" algn="l"/>
              </a:tabLst>
            </a:pPr>
            <a:r>
              <a:rPr sz="1900" spc="-60" dirty="0">
                <a:solidFill>
                  <a:srgbClr val="292929"/>
                </a:solidFill>
                <a:latin typeface="Microsoft Sans Serif"/>
                <a:cs typeface="Microsoft Sans Serif"/>
              </a:rPr>
              <a:t>Markers</a:t>
            </a:r>
            <a:r>
              <a:rPr sz="1900" spc="30" dirty="0">
                <a:solidFill>
                  <a:srgbClr val="292929"/>
                </a:solidFill>
                <a:latin typeface="Microsoft Sans Serif"/>
                <a:cs typeface="Microsoft Sans Serif"/>
              </a:rPr>
              <a:t> </a:t>
            </a:r>
            <a:r>
              <a:rPr sz="1900" spc="-35" dirty="0">
                <a:solidFill>
                  <a:srgbClr val="292929"/>
                </a:solidFill>
                <a:latin typeface="Microsoft Sans Serif"/>
                <a:cs typeface="Microsoft Sans Serif"/>
              </a:rPr>
              <a:t>indicate</a:t>
            </a:r>
            <a:r>
              <a:rPr sz="1900" spc="95" dirty="0">
                <a:solidFill>
                  <a:srgbClr val="292929"/>
                </a:solidFill>
                <a:latin typeface="Microsoft Sans Serif"/>
                <a:cs typeface="Microsoft Sans Serif"/>
              </a:rPr>
              <a:t> </a:t>
            </a:r>
            <a:r>
              <a:rPr sz="1900" spc="-15" dirty="0">
                <a:solidFill>
                  <a:srgbClr val="292929"/>
                </a:solidFill>
                <a:latin typeface="Microsoft Sans Serif"/>
                <a:cs typeface="Microsoft Sans Serif"/>
              </a:rPr>
              <a:t>points</a:t>
            </a:r>
            <a:r>
              <a:rPr sz="1900" spc="95" dirty="0">
                <a:solidFill>
                  <a:srgbClr val="292929"/>
                </a:solidFill>
                <a:latin typeface="Microsoft Sans Serif"/>
                <a:cs typeface="Microsoft Sans Serif"/>
              </a:rPr>
              <a:t> </a:t>
            </a:r>
            <a:r>
              <a:rPr sz="1900" spc="-20" dirty="0">
                <a:solidFill>
                  <a:srgbClr val="292929"/>
                </a:solidFill>
                <a:latin typeface="Microsoft Sans Serif"/>
                <a:cs typeface="Microsoft Sans Serif"/>
              </a:rPr>
              <a:t>like</a:t>
            </a:r>
            <a:r>
              <a:rPr sz="1900" spc="55" dirty="0">
                <a:solidFill>
                  <a:srgbClr val="292929"/>
                </a:solidFill>
                <a:latin typeface="Microsoft Sans Serif"/>
                <a:cs typeface="Microsoft Sans Serif"/>
              </a:rPr>
              <a:t> </a:t>
            </a:r>
            <a:r>
              <a:rPr sz="1900" spc="-65" dirty="0">
                <a:solidFill>
                  <a:srgbClr val="292929"/>
                </a:solidFill>
                <a:latin typeface="Microsoft Sans Serif"/>
                <a:cs typeface="Microsoft Sans Serif"/>
              </a:rPr>
              <a:t>launch</a:t>
            </a:r>
            <a:r>
              <a:rPr sz="1900" spc="90" dirty="0">
                <a:solidFill>
                  <a:srgbClr val="292929"/>
                </a:solidFill>
                <a:latin typeface="Microsoft Sans Serif"/>
                <a:cs typeface="Microsoft Sans Serif"/>
              </a:rPr>
              <a:t> </a:t>
            </a:r>
            <a:r>
              <a:rPr sz="1900" spc="-55" dirty="0">
                <a:solidFill>
                  <a:srgbClr val="292929"/>
                </a:solidFill>
                <a:latin typeface="Microsoft Sans Serif"/>
                <a:cs typeface="Microsoft Sans Serif"/>
              </a:rPr>
              <a:t>sites;</a:t>
            </a:r>
            <a:endParaRPr sz="1900" dirty="0">
              <a:latin typeface="Microsoft Sans Serif"/>
              <a:cs typeface="Microsoft Sans Serif"/>
            </a:endParaRPr>
          </a:p>
          <a:p>
            <a:pPr marL="697865" lvl="1" indent="-229235">
              <a:lnSpc>
                <a:spcPts val="2060"/>
              </a:lnSpc>
              <a:spcBef>
                <a:spcPts val="940"/>
              </a:spcBef>
              <a:buFont typeface="Arial MT"/>
              <a:buChar char="•"/>
              <a:tabLst>
                <a:tab pos="697865" algn="l"/>
                <a:tab pos="698500" algn="l"/>
              </a:tabLst>
            </a:pPr>
            <a:r>
              <a:rPr sz="1900" spc="-80" dirty="0">
                <a:solidFill>
                  <a:srgbClr val="292929"/>
                </a:solidFill>
                <a:latin typeface="Microsoft Sans Serif"/>
                <a:cs typeface="Microsoft Sans Serif"/>
              </a:rPr>
              <a:t>Circles</a:t>
            </a:r>
            <a:r>
              <a:rPr sz="1900" spc="65" dirty="0">
                <a:solidFill>
                  <a:srgbClr val="292929"/>
                </a:solidFill>
                <a:latin typeface="Microsoft Sans Serif"/>
                <a:cs typeface="Microsoft Sans Serif"/>
              </a:rPr>
              <a:t> </a:t>
            </a:r>
            <a:r>
              <a:rPr sz="1900" spc="-35" dirty="0">
                <a:solidFill>
                  <a:srgbClr val="292929"/>
                </a:solidFill>
                <a:latin typeface="Microsoft Sans Serif"/>
                <a:cs typeface="Microsoft Sans Serif"/>
              </a:rPr>
              <a:t>indicate</a:t>
            </a:r>
            <a:r>
              <a:rPr sz="1900" spc="105" dirty="0">
                <a:solidFill>
                  <a:srgbClr val="292929"/>
                </a:solidFill>
                <a:latin typeface="Microsoft Sans Serif"/>
                <a:cs typeface="Microsoft Sans Serif"/>
              </a:rPr>
              <a:t> </a:t>
            </a:r>
            <a:r>
              <a:rPr sz="1900" spc="-10" dirty="0">
                <a:solidFill>
                  <a:srgbClr val="292929"/>
                </a:solidFill>
                <a:latin typeface="Microsoft Sans Serif"/>
                <a:cs typeface="Microsoft Sans Serif"/>
              </a:rPr>
              <a:t>highlighted</a:t>
            </a:r>
            <a:r>
              <a:rPr sz="1900" spc="130" dirty="0">
                <a:solidFill>
                  <a:srgbClr val="292929"/>
                </a:solidFill>
                <a:latin typeface="Microsoft Sans Serif"/>
                <a:cs typeface="Microsoft Sans Serif"/>
              </a:rPr>
              <a:t> </a:t>
            </a:r>
            <a:r>
              <a:rPr sz="1900" spc="-90" dirty="0">
                <a:solidFill>
                  <a:srgbClr val="292929"/>
                </a:solidFill>
                <a:latin typeface="Microsoft Sans Serif"/>
                <a:cs typeface="Microsoft Sans Serif"/>
              </a:rPr>
              <a:t>areas</a:t>
            </a:r>
            <a:r>
              <a:rPr sz="1900" spc="45" dirty="0">
                <a:solidFill>
                  <a:srgbClr val="292929"/>
                </a:solidFill>
                <a:latin typeface="Microsoft Sans Serif"/>
                <a:cs typeface="Microsoft Sans Serif"/>
              </a:rPr>
              <a:t> </a:t>
            </a:r>
            <a:r>
              <a:rPr sz="1900" spc="-40" dirty="0">
                <a:solidFill>
                  <a:srgbClr val="292929"/>
                </a:solidFill>
                <a:latin typeface="Microsoft Sans Serif"/>
                <a:cs typeface="Microsoft Sans Serif"/>
              </a:rPr>
              <a:t>around</a:t>
            </a:r>
            <a:r>
              <a:rPr sz="1900" spc="105" dirty="0">
                <a:solidFill>
                  <a:srgbClr val="292929"/>
                </a:solidFill>
                <a:latin typeface="Microsoft Sans Serif"/>
                <a:cs typeface="Microsoft Sans Serif"/>
              </a:rPr>
              <a:t> </a:t>
            </a:r>
            <a:r>
              <a:rPr sz="1900" spc="-50" dirty="0">
                <a:solidFill>
                  <a:srgbClr val="292929"/>
                </a:solidFill>
                <a:latin typeface="Microsoft Sans Serif"/>
                <a:cs typeface="Microsoft Sans Serif"/>
              </a:rPr>
              <a:t>specific</a:t>
            </a:r>
            <a:r>
              <a:rPr sz="1900" spc="85" dirty="0">
                <a:solidFill>
                  <a:srgbClr val="292929"/>
                </a:solidFill>
                <a:latin typeface="Microsoft Sans Serif"/>
                <a:cs typeface="Microsoft Sans Serif"/>
              </a:rPr>
              <a:t> </a:t>
            </a:r>
            <a:r>
              <a:rPr sz="1900" spc="-45" dirty="0">
                <a:solidFill>
                  <a:srgbClr val="292929"/>
                </a:solidFill>
                <a:latin typeface="Microsoft Sans Serif"/>
                <a:cs typeface="Microsoft Sans Serif"/>
              </a:rPr>
              <a:t>coordinates,</a:t>
            </a:r>
            <a:r>
              <a:rPr sz="1900" spc="80" dirty="0">
                <a:solidFill>
                  <a:srgbClr val="292929"/>
                </a:solidFill>
                <a:latin typeface="Microsoft Sans Serif"/>
                <a:cs typeface="Microsoft Sans Serif"/>
              </a:rPr>
              <a:t> </a:t>
            </a:r>
            <a:r>
              <a:rPr sz="1900" spc="-20" dirty="0">
                <a:solidFill>
                  <a:srgbClr val="292929"/>
                </a:solidFill>
                <a:latin typeface="Microsoft Sans Serif"/>
                <a:cs typeface="Microsoft Sans Serif"/>
              </a:rPr>
              <a:t>like</a:t>
            </a:r>
            <a:r>
              <a:rPr sz="1900" spc="80" dirty="0">
                <a:solidFill>
                  <a:srgbClr val="292929"/>
                </a:solidFill>
                <a:latin typeface="Microsoft Sans Serif"/>
                <a:cs typeface="Microsoft Sans Serif"/>
              </a:rPr>
              <a:t> </a:t>
            </a:r>
            <a:r>
              <a:rPr sz="1900" spc="-145" dirty="0">
                <a:solidFill>
                  <a:srgbClr val="292929"/>
                </a:solidFill>
                <a:latin typeface="Microsoft Sans Serif"/>
                <a:cs typeface="Microsoft Sans Serif"/>
              </a:rPr>
              <a:t>NASA</a:t>
            </a:r>
            <a:r>
              <a:rPr sz="1900" spc="90" dirty="0">
                <a:solidFill>
                  <a:srgbClr val="292929"/>
                </a:solidFill>
                <a:latin typeface="Microsoft Sans Serif"/>
                <a:cs typeface="Microsoft Sans Serif"/>
              </a:rPr>
              <a:t> </a:t>
            </a:r>
            <a:r>
              <a:rPr sz="1900" spc="-90" dirty="0">
                <a:solidFill>
                  <a:srgbClr val="292929"/>
                </a:solidFill>
                <a:latin typeface="Microsoft Sans Serif"/>
                <a:cs typeface="Microsoft Sans Serif"/>
              </a:rPr>
              <a:t>Johnson</a:t>
            </a:r>
            <a:r>
              <a:rPr sz="1900" spc="125" dirty="0">
                <a:solidFill>
                  <a:srgbClr val="292929"/>
                </a:solidFill>
                <a:latin typeface="Microsoft Sans Serif"/>
                <a:cs typeface="Microsoft Sans Serif"/>
              </a:rPr>
              <a:t> </a:t>
            </a:r>
            <a:r>
              <a:rPr sz="1900" spc="-125" dirty="0">
                <a:solidFill>
                  <a:srgbClr val="292929"/>
                </a:solidFill>
                <a:latin typeface="Microsoft Sans Serif"/>
                <a:cs typeface="Microsoft Sans Serif"/>
              </a:rPr>
              <a:t>Space</a:t>
            </a:r>
            <a:endParaRPr sz="1900" dirty="0">
              <a:latin typeface="Microsoft Sans Serif"/>
              <a:cs typeface="Microsoft Sans Serif"/>
            </a:endParaRPr>
          </a:p>
          <a:p>
            <a:pPr marL="697865">
              <a:lnSpc>
                <a:spcPts val="2060"/>
              </a:lnSpc>
            </a:pPr>
            <a:r>
              <a:rPr sz="1900" spc="-75" dirty="0">
                <a:solidFill>
                  <a:srgbClr val="292929"/>
                </a:solidFill>
                <a:latin typeface="Microsoft Sans Serif"/>
                <a:cs typeface="Microsoft Sans Serif"/>
              </a:rPr>
              <a:t>Center;</a:t>
            </a:r>
            <a:endParaRPr sz="1900" dirty="0">
              <a:latin typeface="Microsoft Sans Serif"/>
              <a:cs typeface="Microsoft Sans Serif"/>
            </a:endParaRPr>
          </a:p>
          <a:p>
            <a:pPr marL="697865" lvl="1" indent="-229235">
              <a:lnSpc>
                <a:spcPts val="2050"/>
              </a:lnSpc>
              <a:spcBef>
                <a:spcPts val="940"/>
              </a:spcBef>
              <a:buFont typeface="Arial MT"/>
              <a:buChar char="•"/>
              <a:tabLst>
                <a:tab pos="697865" algn="l"/>
                <a:tab pos="698500" algn="l"/>
              </a:tabLst>
            </a:pPr>
            <a:r>
              <a:rPr sz="1900" spc="-50" dirty="0">
                <a:solidFill>
                  <a:srgbClr val="292929"/>
                </a:solidFill>
                <a:latin typeface="Microsoft Sans Serif"/>
                <a:cs typeface="Microsoft Sans Serif"/>
              </a:rPr>
              <a:t>Marker</a:t>
            </a:r>
            <a:r>
              <a:rPr sz="1900" spc="40" dirty="0">
                <a:solidFill>
                  <a:srgbClr val="292929"/>
                </a:solidFill>
                <a:latin typeface="Microsoft Sans Serif"/>
                <a:cs typeface="Microsoft Sans Serif"/>
              </a:rPr>
              <a:t> </a:t>
            </a:r>
            <a:r>
              <a:rPr sz="1900" spc="-50" dirty="0">
                <a:solidFill>
                  <a:srgbClr val="292929"/>
                </a:solidFill>
                <a:latin typeface="Microsoft Sans Serif"/>
                <a:cs typeface="Microsoft Sans Serif"/>
              </a:rPr>
              <a:t>clusters</a:t>
            </a:r>
            <a:r>
              <a:rPr sz="1900" spc="65" dirty="0">
                <a:solidFill>
                  <a:srgbClr val="292929"/>
                </a:solidFill>
                <a:latin typeface="Microsoft Sans Serif"/>
                <a:cs typeface="Microsoft Sans Serif"/>
              </a:rPr>
              <a:t> </a:t>
            </a:r>
            <a:r>
              <a:rPr sz="1900" spc="-45" dirty="0">
                <a:solidFill>
                  <a:srgbClr val="292929"/>
                </a:solidFill>
                <a:latin typeface="Microsoft Sans Serif"/>
                <a:cs typeface="Microsoft Sans Serif"/>
              </a:rPr>
              <a:t>indicates</a:t>
            </a:r>
            <a:r>
              <a:rPr sz="1900" spc="85" dirty="0">
                <a:solidFill>
                  <a:srgbClr val="292929"/>
                </a:solidFill>
                <a:latin typeface="Microsoft Sans Serif"/>
                <a:cs typeface="Microsoft Sans Serif"/>
              </a:rPr>
              <a:t> </a:t>
            </a:r>
            <a:r>
              <a:rPr sz="1900" spc="-30" dirty="0">
                <a:solidFill>
                  <a:srgbClr val="292929"/>
                </a:solidFill>
                <a:latin typeface="Microsoft Sans Serif"/>
                <a:cs typeface="Microsoft Sans Serif"/>
              </a:rPr>
              <a:t>groups</a:t>
            </a:r>
            <a:r>
              <a:rPr sz="1900" spc="120" dirty="0">
                <a:solidFill>
                  <a:srgbClr val="292929"/>
                </a:solidFill>
                <a:latin typeface="Microsoft Sans Serif"/>
                <a:cs typeface="Microsoft Sans Serif"/>
              </a:rPr>
              <a:t> </a:t>
            </a:r>
            <a:r>
              <a:rPr sz="1900" spc="-10" dirty="0">
                <a:solidFill>
                  <a:srgbClr val="292929"/>
                </a:solidFill>
                <a:latin typeface="Microsoft Sans Serif"/>
                <a:cs typeface="Microsoft Sans Serif"/>
              </a:rPr>
              <a:t>of</a:t>
            </a:r>
            <a:r>
              <a:rPr sz="1900" spc="85" dirty="0">
                <a:solidFill>
                  <a:srgbClr val="292929"/>
                </a:solidFill>
                <a:latin typeface="Microsoft Sans Serif"/>
                <a:cs typeface="Microsoft Sans Serif"/>
              </a:rPr>
              <a:t> </a:t>
            </a:r>
            <a:r>
              <a:rPr sz="1900" spc="-60" dirty="0">
                <a:solidFill>
                  <a:srgbClr val="292929"/>
                </a:solidFill>
                <a:latin typeface="Microsoft Sans Serif"/>
                <a:cs typeface="Microsoft Sans Serif"/>
              </a:rPr>
              <a:t>events</a:t>
            </a:r>
            <a:r>
              <a:rPr sz="1900" spc="45" dirty="0">
                <a:solidFill>
                  <a:srgbClr val="292929"/>
                </a:solidFill>
                <a:latin typeface="Microsoft Sans Serif"/>
                <a:cs typeface="Microsoft Sans Serif"/>
              </a:rPr>
              <a:t> </a:t>
            </a:r>
            <a:r>
              <a:rPr sz="1900" spc="-15" dirty="0">
                <a:solidFill>
                  <a:srgbClr val="292929"/>
                </a:solidFill>
                <a:latin typeface="Microsoft Sans Serif"/>
                <a:cs typeface="Microsoft Sans Serif"/>
              </a:rPr>
              <a:t>in</a:t>
            </a:r>
            <a:r>
              <a:rPr sz="1900" spc="95" dirty="0">
                <a:solidFill>
                  <a:srgbClr val="292929"/>
                </a:solidFill>
                <a:latin typeface="Microsoft Sans Serif"/>
                <a:cs typeface="Microsoft Sans Serif"/>
              </a:rPr>
              <a:t> </a:t>
            </a:r>
            <a:r>
              <a:rPr sz="1900" spc="-100" dirty="0">
                <a:solidFill>
                  <a:srgbClr val="292929"/>
                </a:solidFill>
                <a:latin typeface="Microsoft Sans Serif"/>
                <a:cs typeface="Microsoft Sans Serif"/>
              </a:rPr>
              <a:t>each</a:t>
            </a:r>
            <a:r>
              <a:rPr sz="1900" spc="65" dirty="0">
                <a:solidFill>
                  <a:srgbClr val="292929"/>
                </a:solidFill>
                <a:latin typeface="Microsoft Sans Serif"/>
                <a:cs typeface="Microsoft Sans Serif"/>
              </a:rPr>
              <a:t> </a:t>
            </a:r>
            <a:r>
              <a:rPr sz="1900" spc="-40" dirty="0">
                <a:solidFill>
                  <a:srgbClr val="292929"/>
                </a:solidFill>
                <a:latin typeface="Microsoft Sans Serif"/>
                <a:cs typeface="Microsoft Sans Serif"/>
              </a:rPr>
              <a:t>coordinate,</a:t>
            </a:r>
            <a:r>
              <a:rPr sz="1900" spc="85" dirty="0">
                <a:solidFill>
                  <a:srgbClr val="292929"/>
                </a:solidFill>
                <a:latin typeface="Microsoft Sans Serif"/>
                <a:cs typeface="Microsoft Sans Serif"/>
              </a:rPr>
              <a:t> </a:t>
            </a:r>
            <a:r>
              <a:rPr sz="1900" spc="-20" dirty="0">
                <a:solidFill>
                  <a:srgbClr val="292929"/>
                </a:solidFill>
                <a:latin typeface="Microsoft Sans Serif"/>
                <a:cs typeface="Microsoft Sans Serif"/>
              </a:rPr>
              <a:t>like</a:t>
            </a:r>
            <a:r>
              <a:rPr sz="1900" spc="65" dirty="0">
                <a:solidFill>
                  <a:srgbClr val="292929"/>
                </a:solidFill>
                <a:latin typeface="Microsoft Sans Serif"/>
                <a:cs typeface="Microsoft Sans Serif"/>
              </a:rPr>
              <a:t> </a:t>
            </a:r>
            <a:r>
              <a:rPr sz="1900" spc="-80" dirty="0">
                <a:solidFill>
                  <a:srgbClr val="292929"/>
                </a:solidFill>
                <a:latin typeface="Microsoft Sans Serif"/>
                <a:cs typeface="Microsoft Sans Serif"/>
              </a:rPr>
              <a:t>launches</a:t>
            </a:r>
            <a:r>
              <a:rPr sz="1900" spc="105" dirty="0">
                <a:solidFill>
                  <a:srgbClr val="292929"/>
                </a:solidFill>
                <a:latin typeface="Microsoft Sans Serif"/>
                <a:cs typeface="Microsoft Sans Serif"/>
              </a:rPr>
              <a:t> </a:t>
            </a:r>
            <a:r>
              <a:rPr sz="1900" spc="-15" dirty="0">
                <a:solidFill>
                  <a:srgbClr val="292929"/>
                </a:solidFill>
                <a:latin typeface="Microsoft Sans Serif"/>
                <a:cs typeface="Microsoft Sans Serif"/>
              </a:rPr>
              <a:t>in</a:t>
            </a:r>
            <a:r>
              <a:rPr sz="1900" spc="90" dirty="0">
                <a:solidFill>
                  <a:srgbClr val="292929"/>
                </a:solidFill>
                <a:latin typeface="Microsoft Sans Serif"/>
                <a:cs typeface="Microsoft Sans Serif"/>
              </a:rPr>
              <a:t> </a:t>
            </a:r>
            <a:r>
              <a:rPr sz="1900" spc="-130" dirty="0">
                <a:solidFill>
                  <a:srgbClr val="292929"/>
                </a:solidFill>
                <a:latin typeface="Microsoft Sans Serif"/>
                <a:cs typeface="Microsoft Sans Serif"/>
              </a:rPr>
              <a:t>a</a:t>
            </a:r>
            <a:r>
              <a:rPr sz="1900" spc="70" dirty="0">
                <a:solidFill>
                  <a:srgbClr val="292929"/>
                </a:solidFill>
                <a:latin typeface="Microsoft Sans Serif"/>
                <a:cs typeface="Microsoft Sans Serif"/>
              </a:rPr>
              <a:t> </a:t>
            </a:r>
            <a:r>
              <a:rPr sz="1900" spc="-65" dirty="0">
                <a:solidFill>
                  <a:srgbClr val="292929"/>
                </a:solidFill>
                <a:latin typeface="Microsoft Sans Serif"/>
                <a:cs typeface="Microsoft Sans Serif"/>
              </a:rPr>
              <a:t>launch</a:t>
            </a:r>
            <a:r>
              <a:rPr sz="1900" spc="105" dirty="0">
                <a:solidFill>
                  <a:srgbClr val="292929"/>
                </a:solidFill>
                <a:latin typeface="Microsoft Sans Serif"/>
                <a:cs typeface="Microsoft Sans Serif"/>
              </a:rPr>
              <a:t> </a:t>
            </a:r>
            <a:r>
              <a:rPr sz="1900" spc="-40" dirty="0">
                <a:solidFill>
                  <a:srgbClr val="292929"/>
                </a:solidFill>
                <a:latin typeface="Microsoft Sans Serif"/>
                <a:cs typeface="Microsoft Sans Serif"/>
              </a:rPr>
              <a:t>site;</a:t>
            </a:r>
            <a:endParaRPr sz="1900" dirty="0">
              <a:latin typeface="Microsoft Sans Serif"/>
              <a:cs typeface="Microsoft Sans Serif"/>
            </a:endParaRPr>
          </a:p>
          <a:p>
            <a:pPr marL="697865">
              <a:lnSpc>
                <a:spcPts val="2050"/>
              </a:lnSpc>
            </a:pPr>
            <a:r>
              <a:rPr sz="1900" spc="-55" dirty="0">
                <a:solidFill>
                  <a:srgbClr val="292929"/>
                </a:solidFill>
                <a:latin typeface="Microsoft Sans Serif"/>
                <a:cs typeface="Microsoft Sans Serif"/>
              </a:rPr>
              <a:t>and</a:t>
            </a:r>
            <a:endParaRPr sz="1900" dirty="0">
              <a:latin typeface="Microsoft Sans Serif"/>
              <a:cs typeface="Microsoft Sans Serif"/>
            </a:endParaRPr>
          </a:p>
          <a:p>
            <a:pPr marL="697865" lvl="1" indent="-229235">
              <a:lnSpc>
                <a:spcPct val="100000"/>
              </a:lnSpc>
              <a:spcBef>
                <a:spcPts val="945"/>
              </a:spcBef>
              <a:buFont typeface="Arial MT"/>
              <a:buChar char="•"/>
              <a:tabLst>
                <a:tab pos="697865" algn="l"/>
                <a:tab pos="698500" algn="l"/>
              </a:tabLst>
            </a:pPr>
            <a:r>
              <a:rPr sz="1900" spc="-75" dirty="0">
                <a:solidFill>
                  <a:srgbClr val="292929"/>
                </a:solidFill>
                <a:latin typeface="Microsoft Sans Serif"/>
                <a:cs typeface="Microsoft Sans Serif"/>
              </a:rPr>
              <a:t>Lines</a:t>
            </a:r>
            <a:r>
              <a:rPr sz="1900" spc="80" dirty="0">
                <a:solidFill>
                  <a:srgbClr val="292929"/>
                </a:solidFill>
                <a:latin typeface="Microsoft Sans Serif"/>
                <a:cs typeface="Microsoft Sans Serif"/>
              </a:rPr>
              <a:t> </a:t>
            </a:r>
            <a:r>
              <a:rPr sz="1900" spc="-70" dirty="0">
                <a:solidFill>
                  <a:srgbClr val="292929"/>
                </a:solidFill>
                <a:latin typeface="Microsoft Sans Serif"/>
                <a:cs typeface="Microsoft Sans Serif"/>
              </a:rPr>
              <a:t>are</a:t>
            </a:r>
            <a:r>
              <a:rPr sz="1900" spc="65" dirty="0">
                <a:solidFill>
                  <a:srgbClr val="292929"/>
                </a:solidFill>
                <a:latin typeface="Microsoft Sans Serif"/>
                <a:cs typeface="Microsoft Sans Serif"/>
              </a:rPr>
              <a:t> </a:t>
            </a:r>
            <a:r>
              <a:rPr sz="1900" spc="-65" dirty="0">
                <a:solidFill>
                  <a:srgbClr val="292929"/>
                </a:solidFill>
                <a:latin typeface="Microsoft Sans Serif"/>
                <a:cs typeface="Microsoft Sans Serif"/>
              </a:rPr>
              <a:t>used</a:t>
            </a:r>
            <a:r>
              <a:rPr sz="1900" spc="60" dirty="0">
                <a:solidFill>
                  <a:srgbClr val="292929"/>
                </a:solidFill>
                <a:latin typeface="Microsoft Sans Serif"/>
                <a:cs typeface="Microsoft Sans Serif"/>
              </a:rPr>
              <a:t> </a:t>
            </a:r>
            <a:r>
              <a:rPr sz="1900" spc="35" dirty="0">
                <a:solidFill>
                  <a:srgbClr val="292929"/>
                </a:solidFill>
                <a:latin typeface="Microsoft Sans Serif"/>
                <a:cs typeface="Microsoft Sans Serif"/>
              </a:rPr>
              <a:t>to</a:t>
            </a:r>
            <a:r>
              <a:rPr sz="1900" spc="65" dirty="0">
                <a:solidFill>
                  <a:srgbClr val="292929"/>
                </a:solidFill>
                <a:latin typeface="Microsoft Sans Serif"/>
                <a:cs typeface="Microsoft Sans Serif"/>
              </a:rPr>
              <a:t> </a:t>
            </a:r>
            <a:r>
              <a:rPr sz="1900" spc="-35" dirty="0">
                <a:solidFill>
                  <a:srgbClr val="292929"/>
                </a:solidFill>
                <a:latin typeface="Microsoft Sans Serif"/>
                <a:cs typeface="Microsoft Sans Serif"/>
              </a:rPr>
              <a:t>indicate</a:t>
            </a:r>
            <a:r>
              <a:rPr sz="1900" spc="80" dirty="0">
                <a:solidFill>
                  <a:srgbClr val="292929"/>
                </a:solidFill>
                <a:latin typeface="Microsoft Sans Serif"/>
                <a:cs typeface="Microsoft Sans Serif"/>
              </a:rPr>
              <a:t> </a:t>
            </a:r>
            <a:r>
              <a:rPr sz="1900" spc="-60" dirty="0">
                <a:solidFill>
                  <a:srgbClr val="292929"/>
                </a:solidFill>
                <a:latin typeface="Microsoft Sans Serif"/>
                <a:cs typeface="Microsoft Sans Serif"/>
              </a:rPr>
              <a:t>distances</a:t>
            </a:r>
            <a:r>
              <a:rPr sz="1900" spc="80" dirty="0">
                <a:solidFill>
                  <a:srgbClr val="292929"/>
                </a:solidFill>
                <a:latin typeface="Microsoft Sans Serif"/>
                <a:cs typeface="Microsoft Sans Serif"/>
              </a:rPr>
              <a:t> </a:t>
            </a:r>
            <a:r>
              <a:rPr sz="1900" spc="-50" dirty="0">
                <a:solidFill>
                  <a:srgbClr val="292929"/>
                </a:solidFill>
                <a:latin typeface="Microsoft Sans Serif"/>
                <a:cs typeface="Microsoft Sans Serif"/>
              </a:rPr>
              <a:t>between</a:t>
            </a:r>
            <a:r>
              <a:rPr sz="1900" spc="60" dirty="0">
                <a:solidFill>
                  <a:srgbClr val="292929"/>
                </a:solidFill>
                <a:latin typeface="Microsoft Sans Serif"/>
                <a:cs typeface="Microsoft Sans Serif"/>
              </a:rPr>
              <a:t> </a:t>
            </a:r>
            <a:r>
              <a:rPr sz="1900" spc="5" dirty="0">
                <a:solidFill>
                  <a:srgbClr val="292929"/>
                </a:solidFill>
                <a:latin typeface="Microsoft Sans Serif"/>
                <a:cs typeface="Microsoft Sans Serif"/>
              </a:rPr>
              <a:t>two</a:t>
            </a:r>
            <a:r>
              <a:rPr sz="1900" spc="65" dirty="0">
                <a:solidFill>
                  <a:srgbClr val="292929"/>
                </a:solidFill>
                <a:latin typeface="Microsoft Sans Serif"/>
                <a:cs typeface="Microsoft Sans Serif"/>
              </a:rPr>
              <a:t> </a:t>
            </a:r>
            <a:r>
              <a:rPr sz="1900" spc="-45" dirty="0">
                <a:solidFill>
                  <a:srgbClr val="292929"/>
                </a:solidFill>
                <a:latin typeface="Microsoft Sans Serif"/>
                <a:cs typeface="Microsoft Sans Serif"/>
              </a:rPr>
              <a:t>coordinates.</a:t>
            </a:r>
            <a:endParaRPr sz="1900" dirty="0">
              <a:latin typeface="Microsoft Sans Serif"/>
              <a:cs typeface="Microsoft Sans Serif"/>
            </a:endParaRPr>
          </a:p>
        </p:txBody>
      </p:sp>
      <p:sp>
        <p:nvSpPr>
          <p:cNvPr id="6" name="object 3">
            <a:extLst>
              <a:ext uri="{FF2B5EF4-FFF2-40B4-BE49-F238E27FC236}">
                <a16:creationId xmlns:a16="http://schemas.microsoft.com/office/drawing/2014/main" id="{0250F4FC-AEC2-89D0-BC11-2C2E491224B9}"/>
              </a:ext>
            </a:extLst>
          </p:cNvPr>
          <p:cNvSpPr txBox="1"/>
          <p:nvPr/>
        </p:nvSpPr>
        <p:spPr>
          <a:xfrm>
            <a:off x="917257" y="5298122"/>
            <a:ext cx="10293350" cy="227498"/>
          </a:xfrm>
          <a:prstGeom prst="rect">
            <a:avLst/>
          </a:prstGeom>
        </p:spPr>
        <p:txBody>
          <a:bodyPr vert="horz" wrap="square" lIns="0" tIns="54610" rIns="0" bIns="0" rtlCol="0">
            <a:spAutoFit/>
          </a:bodyPr>
          <a:lstStyle/>
          <a:p>
            <a:pPr marL="241300" marR="5080" indent="-228600">
              <a:lnSpc>
                <a:spcPct val="80400"/>
              </a:lnSpc>
              <a:spcBef>
                <a:spcPts val="430"/>
              </a:spcBef>
              <a:buFont typeface="Arial MT"/>
              <a:buChar char="•"/>
              <a:tabLst>
                <a:tab pos="240665" algn="l"/>
                <a:tab pos="241300" algn="l"/>
              </a:tabLst>
            </a:pPr>
            <a:r>
              <a:rPr sz="1400" spc="-70" dirty="0">
                <a:solidFill>
                  <a:srgbClr val="292929"/>
                </a:solidFill>
                <a:latin typeface="Microsoft Sans Serif"/>
                <a:cs typeface="Microsoft Sans Serif"/>
              </a:rPr>
              <a:t>Source</a:t>
            </a:r>
            <a:r>
              <a:rPr sz="1400" spc="-65" dirty="0">
                <a:solidFill>
                  <a:srgbClr val="292929"/>
                </a:solidFill>
                <a:latin typeface="Microsoft Sans Serif"/>
                <a:cs typeface="Microsoft Sans Serif"/>
              </a:rPr>
              <a:t> </a:t>
            </a:r>
            <a:r>
              <a:rPr sz="1400" spc="-50" dirty="0">
                <a:solidFill>
                  <a:srgbClr val="292929"/>
                </a:solidFill>
                <a:latin typeface="Microsoft Sans Serif"/>
                <a:cs typeface="Microsoft Sans Serif"/>
              </a:rPr>
              <a:t>code:</a:t>
            </a:r>
            <a:r>
              <a:rPr sz="1400" spc="-50" dirty="0">
                <a:solidFill>
                  <a:srgbClr val="0462C1"/>
                </a:solidFill>
                <a:latin typeface="Microsoft Sans Serif"/>
                <a:cs typeface="Microsoft Sans Serif"/>
              </a:rPr>
              <a:t> </a:t>
            </a:r>
            <a:r>
              <a:rPr lang="en-IN" sz="1400" spc="-50" dirty="0">
                <a:solidFill>
                  <a:srgbClr val="0462C1"/>
                </a:solidFill>
                <a:latin typeface="Microsoft Sans Serif"/>
                <a:cs typeface="Microsoft Sans Serif"/>
              </a:rPr>
              <a:t>https://github.com/ammansharrma/IBM-Professional-Certificate/tree/main/Applied%20Capstone%20Project</a:t>
            </a:r>
            <a:endParaRPr sz="1400" dirty="0">
              <a:latin typeface="Microsoft Sans Serif"/>
              <a:cs typeface="Microsoft Sans Serif"/>
            </a:endParaRPr>
          </a:p>
        </p:txBody>
      </p:sp>
    </p:spTree>
    <p:extLst>
      <p:ext uri="{BB962C8B-B14F-4D97-AF65-F5344CB8AC3E}">
        <p14:creationId xmlns:p14="http://schemas.microsoft.com/office/powerpoint/2010/main" val="14811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
        <p:nvSpPr>
          <p:cNvPr id="2" name="object 2">
            <a:extLst>
              <a:ext uri="{FF2B5EF4-FFF2-40B4-BE49-F238E27FC236}">
                <a16:creationId xmlns:a16="http://schemas.microsoft.com/office/drawing/2014/main" id="{2A4AB2DB-970A-F907-9F3C-BF101A1A5003}"/>
              </a:ext>
            </a:extLst>
          </p:cNvPr>
          <p:cNvSpPr txBox="1"/>
          <p:nvPr/>
        </p:nvSpPr>
        <p:spPr>
          <a:xfrm>
            <a:off x="848994" y="1841880"/>
            <a:ext cx="9288145" cy="244919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45" dirty="0">
                <a:solidFill>
                  <a:srgbClr val="292929"/>
                </a:solidFill>
                <a:latin typeface="Microsoft Sans Serif"/>
                <a:cs typeface="Microsoft Sans Serif"/>
              </a:rPr>
              <a:t>The</a:t>
            </a:r>
            <a:r>
              <a:rPr sz="2200" spc="85" dirty="0">
                <a:solidFill>
                  <a:srgbClr val="292929"/>
                </a:solidFill>
                <a:latin typeface="Microsoft Sans Serif"/>
                <a:cs typeface="Microsoft Sans Serif"/>
              </a:rPr>
              <a:t> </a:t>
            </a:r>
            <a:r>
              <a:rPr sz="2200" spc="-10" dirty="0">
                <a:solidFill>
                  <a:srgbClr val="292929"/>
                </a:solidFill>
                <a:latin typeface="Microsoft Sans Serif"/>
                <a:cs typeface="Microsoft Sans Serif"/>
              </a:rPr>
              <a:t>following</a:t>
            </a:r>
            <a:r>
              <a:rPr sz="2200" spc="85" dirty="0">
                <a:solidFill>
                  <a:srgbClr val="292929"/>
                </a:solidFill>
                <a:latin typeface="Microsoft Sans Serif"/>
                <a:cs typeface="Microsoft Sans Serif"/>
              </a:rPr>
              <a:t> </a:t>
            </a:r>
            <a:r>
              <a:rPr sz="2200" spc="-50" dirty="0">
                <a:solidFill>
                  <a:srgbClr val="292929"/>
                </a:solidFill>
                <a:latin typeface="Microsoft Sans Serif"/>
                <a:cs typeface="Microsoft Sans Serif"/>
              </a:rPr>
              <a:t>graphs</a:t>
            </a:r>
            <a:r>
              <a:rPr sz="2200" spc="7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85" dirty="0">
                <a:solidFill>
                  <a:srgbClr val="292929"/>
                </a:solidFill>
                <a:latin typeface="Microsoft Sans Serif"/>
                <a:cs typeface="Microsoft Sans Serif"/>
              </a:rPr>
              <a:t> </a:t>
            </a:r>
            <a:r>
              <a:rPr sz="2200" spc="-5" dirty="0">
                <a:solidFill>
                  <a:srgbClr val="292929"/>
                </a:solidFill>
                <a:latin typeface="Microsoft Sans Serif"/>
                <a:cs typeface="Microsoft Sans Serif"/>
              </a:rPr>
              <a:t>plots</a:t>
            </a:r>
            <a:r>
              <a:rPr sz="2200" spc="55"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95" dirty="0">
                <a:solidFill>
                  <a:srgbClr val="292929"/>
                </a:solidFill>
                <a:latin typeface="Microsoft Sans Serif"/>
                <a:cs typeface="Microsoft Sans Serif"/>
              </a:rPr>
              <a:t> </a:t>
            </a:r>
            <a:r>
              <a:rPr sz="2200" spc="-80" dirty="0">
                <a:solidFill>
                  <a:srgbClr val="292929"/>
                </a:solidFill>
                <a:latin typeface="Microsoft Sans Serif"/>
                <a:cs typeface="Microsoft Sans Serif"/>
              </a:rPr>
              <a:t>used</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65" dirty="0">
                <a:solidFill>
                  <a:srgbClr val="292929"/>
                </a:solidFill>
                <a:latin typeface="Microsoft Sans Serif"/>
                <a:cs typeface="Microsoft Sans Serif"/>
              </a:rPr>
              <a:t> </a:t>
            </a:r>
            <a:r>
              <a:rPr sz="2200" spc="-65" dirty="0">
                <a:solidFill>
                  <a:srgbClr val="292929"/>
                </a:solidFill>
                <a:latin typeface="Microsoft Sans Serif"/>
                <a:cs typeface="Microsoft Sans Serif"/>
              </a:rPr>
              <a:t>visualize</a:t>
            </a:r>
            <a:r>
              <a:rPr sz="2200" spc="95"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endParaRPr sz="2200" dirty="0">
              <a:latin typeface="Microsoft Sans Serif"/>
              <a:cs typeface="Microsoft Sans Serif"/>
            </a:endParaRPr>
          </a:p>
          <a:p>
            <a:pPr marL="698500" lvl="1" indent="-228600">
              <a:lnSpc>
                <a:spcPct val="100000"/>
              </a:lnSpc>
              <a:spcBef>
                <a:spcPts val="1440"/>
              </a:spcBef>
              <a:buFont typeface="Arial MT"/>
              <a:buChar char="•"/>
              <a:tabLst>
                <a:tab pos="697865" algn="l"/>
                <a:tab pos="698500" algn="l"/>
              </a:tabLst>
            </a:pPr>
            <a:r>
              <a:rPr sz="1800" spc="-70" dirty="0">
                <a:solidFill>
                  <a:srgbClr val="292929"/>
                </a:solidFill>
                <a:latin typeface="Microsoft Sans Serif"/>
                <a:cs typeface="Microsoft Sans Serif"/>
              </a:rPr>
              <a:t>Percentage</a:t>
            </a:r>
            <a:r>
              <a:rPr sz="1800" spc="65" dirty="0">
                <a:solidFill>
                  <a:srgbClr val="292929"/>
                </a:solidFill>
                <a:latin typeface="Microsoft Sans Serif"/>
                <a:cs typeface="Microsoft Sans Serif"/>
              </a:rPr>
              <a:t> </a:t>
            </a:r>
            <a:r>
              <a:rPr sz="1800" spc="-5" dirty="0">
                <a:solidFill>
                  <a:srgbClr val="292929"/>
                </a:solidFill>
                <a:latin typeface="Microsoft Sans Serif"/>
                <a:cs typeface="Microsoft Sans Serif"/>
              </a:rPr>
              <a:t>of</a:t>
            </a:r>
            <a:r>
              <a:rPr sz="1800" spc="35" dirty="0">
                <a:solidFill>
                  <a:srgbClr val="292929"/>
                </a:solidFill>
                <a:latin typeface="Microsoft Sans Serif"/>
                <a:cs typeface="Microsoft Sans Serif"/>
              </a:rPr>
              <a:t> </a:t>
            </a:r>
            <a:r>
              <a:rPr sz="1800" spc="-75" dirty="0">
                <a:solidFill>
                  <a:srgbClr val="292929"/>
                </a:solidFill>
                <a:latin typeface="Microsoft Sans Serif"/>
                <a:cs typeface="Microsoft Sans Serif"/>
              </a:rPr>
              <a:t>launches</a:t>
            </a:r>
            <a:r>
              <a:rPr sz="1800" spc="55" dirty="0">
                <a:solidFill>
                  <a:srgbClr val="292929"/>
                </a:solidFill>
                <a:latin typeface="Microsoft Sans Serif"/>
                <a:cs typeface="Microsoft Sans Serif"/>
              </a:rPr>
              <a:t> </a:t>
            </a:r>
            <a:r>
              <a:rPr sz="1800" spc="-30" dirty="0">
                <a:solidFill>
                  <a:srgbClr val="292929"/>
                </a:solidFill>
                <a:latin typeface="Microsoft Sans Serif"/>
                <a:cs typeface="Microsoft Sans Serif"/>
              </a:rPr>
              <a:t>by</a:t>
            </a:r>
            <a:r>
              <a:rPr sz="1800" spc="35" dirty="0">
                <a:solidFill>
                  <a:srgbClr val="292929"/>
                </a:solidFill>
                <a:latin typeface="Microsoft Sans Serif"/>
                <a:cs typeface="Microsoft Sans Serif"/>
              </a:rPr>
              <a:t> </a:t>
            </a:r>
            <a:r>
              <a:rPr sz="1800" spc="-35" dirty="0">
                <a:solidFill>
                  <a:srgbClr val="292929"/>
                </a:solidFill>
                <a:latin typeface="Microsoft Sans Serif"/>
                <a:cs typeface="Microsoft Sans Serif"/>
              </a:rPr>
              <a:t>site</a:t>
            </a:r>
            <a:endParaRPr sz="18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800" spc="-70" dirty="0">
                <a:solidFill>
                  <a:srgbClr val="292929"/>
                </a:solidFill>
                <a:latin typeface="Microsoft Sans Serif"/>
                <a:cs typeface="Microsoft Sans Serif"/>
              </a:rPr>
              <a:t>Payload</a:t>
            </a:r>
            <a:r>
              <a:rPr sz="1800" dirty="0">
                <a:solidFill>
                  <a:srgbClr val="292929"/>
                </a:solidFill>
                <a:latin typeface="Microsoft Sans Serif"/>
                <a:cs typeface="Microsoft Sans Serif"/>
              </a:rPr>
              <a:t> </a:t>
            </a:r>
            <a:r>
              <a:rPr sz="1800" spc="-50" dirty="0">
                <a:solidFill>
                  <a:srgbClr val="292929"/>
                </a:solidFill>
                <a:latin typeface="Microsoft Sans Serif"/>
                <a:cs typeface="Microsoft Sans Serif"/>
              </a:rPr>
              <a:t>range</a:t>
            </a:r>
            <a:endParaRPr sz="1800" dirty="0">
              <a:latin typeface="Microsoft Sans Serif"/>
              <a:cs typeface="Microsoft Sans Serif"/>
            </a:endParaRPr>
          </a:p>
          <a:p>
            <a:pPr marL="241300" marR="5080" indent="-228600">
              <a:lnSpc>
                <a:spcPct val="100000"/>
              </a:lnSpc>
              <a:spcBef>
                <a:spcPts val="1360"/>
              </a:spcBef>
              <a:buFont typeface="Arial MT"/>
              <a:buChar char="•"/>
              <a:tabLst>
                <a:tab pos="240665" algn="l"/>
                <a:tab pos="241300" algn="l"/>
              </a:tabLst>
            </a:pPr>
            <a:r>
              <a:rPr sz="2200" spc="-110" dirty="0">
                <a:solidFill>
                  <a:srgbClr val="292929"/>
                </a:solidFill>
                <a:latin typeface="Microsoft Sans Serif"/>
                <a:cs typeface="Microsoft Sans Serif"/>
              </a:rPr>
              <a:t>This</a:t>
            </a:r>
            <a:r>
              <a:rPr sz="2200" spc="90" dirty="0">
                <a:solidFill>
                  <a:srgbClr val="292929"/>
                </a:solidFill>
                <a:latin typeface="Microsoft Sans Serif"/>
                <a:cs typeface="Microsoft Sans Serif"/>
              </a:rPr>
              <a:t> </a:t>
            </a:r>
            <a:r>
              <a:rPr sz="2200" spc="-35" dirty="0">
                <a:solidFill>
                  <a:srgbClr val="292929"/>
                </a:solidFill>
                <a:latin typeface="Microsoft Sans Serif"/>
                <a:cs typeface="Microsoft Sans Serif"/>
              </a:rPr>
              <a:t>combination</a:t>
            </a:r>
            <a:r>
              <a:rPr sz="2200" spc="50" dirty="0">
                <a:solidFill>
                  <a:srgbClr val="292929"/>
                </a:solidFill>
                <a:latin typeface="Microsoft Sans Serif"/>
                <a:cs typeface="Microsoft Sans Serif"/>
              </a:rPr>
              <a:t> </a:t>
            </a:r>
            <a:r>
              <a:rPr sz="2200" spc="-40" dirty="0">
                <a:solidFill>
                  <a:srgbClr val="292929"/>
                </a:solidFill>
                <a:latin typeface="Microsoft Sans Serif"/>
                <a:cs typeface="Microsoft Sans Serif"/>
              </a:rPr>
              <a:t>allowed</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60" dirty="0">
                <a:solidFill>
                  <a:srgbClr val="292929"/>
                </a:solidFill>
                <a:latin typeface="Microsoft Sans Serif"/>
                <a:cs typeface="Microsoft Sans Serif"/>
              </a:rPr>
              <a:t> </a:t>
            </a:r>
            <a:r>
              <a:rPr sz="2200" spc="-40" dirty="0">
                <a:solidFill>
                  <a:srgbClr val="292929"/>
                </a:solidFill>
                <a:latin typeface="Microsoft Sans Serif"/>
                <a:cs typeface="Microsoft Sans Serif"/>
              </a:rPr>
              <a:t>quickly</a:t>
            </a:r>
            <a:r>
              <a:rPr sz="2200" spc="90" dirty="0">
                <a:solidFill>
                  <a:srgbClr val="292929"/>
                </a:solidFill>
                <a:latin typeface="Microsoft Sans Serif"/>
                <a:cs typeface="Microsoft Sans Serif"/>
              </a:rPr>
              <a:t> </a:t>
            </a:r>
            <a:r>
              <a:rPr sz="2200" spc="-95" dirty="0">
                <a:solidFill>
                  <a:srgbClr val="292929"/>
                </a:solidFill>
                <a:latin typeface="Microsoft Sans Serif"/>
                <a:cs typeface="Microsoft Sans Serif"/>
              </a:rPr>
              <a:t>analyze</a:t>
            </a:r>
            <a:r>
              <a:rPr sz="2200" spc="9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55" dirty="0">
                <a:solidFill>
                  <a:srgbClr val="292929"/>
                </a:solidFill>
                <a:latin typeface="Microsoft Sans Serif"/>
                <a:cs typeface="Microsoft Sans Serif"/>
              </a:rPr>
              <a:t> </a:t>
            </a:r>
            <a:r>
              <a:rPr sz="2200" spc="-25" dirty="0">
                <a:solidFill>
                  <a:srgbClr val="292929"/>
                </a:solidFill>
                <a:latin typeface="Microsoft Sans Serif"/>
                <a:cs typeface="Microsoft Sans Serif"/>
              </a:rPr>
              <a:t>relation</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between</a:t>
            </a:r>
            <a:r>
              <a:rPr sz="2200" spc="75" dirty="0">
                <a:solidFill>
                  <a:srgbClr val="292929"/>
                </a:solidFill>
                <a:latin typeface="Microsoft Sans Serif"/>
                <a:cs typeface="Microsoft Sans Serif"/>
              </a:rPr>
              <a:t> </a:t>
            </a:r>
            <a:r>
              <a:rPr sz="2200" spc="-65" dirty="0">
                <a:solidFill>
                  <a:srgbClr val="292929"/>
                </a:solidFill>
                <a:latin typeface="Microsoft Sans Serif"/>
                <a:cs typeface="Microsoft Sans Serif"/>
              </a:rPr>
              <a:t>payloads </a:t>
            </a:r>
            <a:r>
              <a:rPr sz="2200" spc="-6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75" dirty="0">
                <a:solidFill>
                  <a:srgbClr val="292929"/>
                </a:solidFill>
                <a:latin typeface="Microsoft Sans Serif"/>
                <a:cs typeface="Microsoft Sans Serif"/>
              </a:rPr>
              <a:t> </a:t>
            </a:r>
            <a:r>
              <a:rPr sz="2200" spc="-80" dirty="0">
                <a:solidFill>
                  <a:srgbClr val="292929"/>
                </a:solidFill>
                <a:latin typeface="Microsoft Sans Serif"/>
                <a:cs typeface="Microsoft Sans Serif"/>
              </a:rPr>
              <a:t>launch</a:t>
            </a:r>
            <a:r>
              <a:rPr sz="2200" spc="90" dirty="0">
                <a:solidFill>
                  <a:srgbClr val="292929"/>
                </a:solidFill>
                <a:latin typeface="Microsoft Sans Serif"/>
                <a:cs typeface="Microsoft Sans Serif"/>
              </a:rPr>
              <a:t> </a:t>
            </a:r>
            <a:r>
              <a:rPr sz="2200" spc="-65" dirty="0">
                <a:solidFill>
                  <a:srgbClr val="292929"/>
                </a:solidFill>
                <a:latin typeface="Microsoft Sans Serif"/>
                <a:cs typeface="Microsoft Sans Serif"/>
              </a:rPr>
              <a:t>sites,</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helping</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95" dirty="0">
                <a:solidFill>
                  <a:srgbClr val="292929"/>
                </a:solidFill>
                <a:latin typeface="Microsoft Sans Serif"/>
                <a:cs typeface="Microsoft Sans Serif"/>
              </a:rPr>
              <a:t> </a:t>
            </a:r>
            <a:r>
              <a:rPr sz="2200" spc="-20" dirty="0">
                <a:solidFill>
                  <a:srgbClr val="292929"/>
                </a:solidFill>
                <a:latin typeface="Microsoft Sans Serif"/>
                <a:cs typeface="Microsoft Sans Serif"/>
              </a:rPr>
              <a:t>identify</a:t>
            </a:r>
            <a:r>
              <a:rPr sz="2200" spc="80" dirty="0">
                <a:solidFill>
                  <a:srgbClr val="292929"/>
                </a:solidFill>
                <a:latin typeface="Microsoft Sans Serif"/>
                <a:cs typeface="Microsoft Sans Serif"/>
              </a:rPr>
              <a:t> </a:t>
            </a:r>
            <a:r>
              <a:rPr sz="2200" spc="-75" dirty="0">
                <a:solidFill>
                  <a:srgbClr val="292929"/>
                </a:solidFill>
                <a:latin typeface="Microsoft Sans Serif"/>
                <a:cs typeface="Microsoft Sans Serif"/>
              </a:rPr>
              <a:t>where</a:t>
            </a:r>
            <a:r>
              <a:rPr sz="2200" spc="100" dirty="0">
                <a:solidFill>
                  <a:srgbClr val="292929"/>
                </a:solidFill>
                <a:latin typeface="Microsoft Sans Serif"/>
                <a:cs typeface="Microsoft Sans Serif"/>
              </a:rPr>
              <a:t> </a:t>
            </a:r>
            <a:r>
              <a:rPr sz="2200" spc="-60" dirty="0">
                <a:solidFill>
                  <a:srgbClr val="292929"/>
                </a:solidFill>
                <a:latin typeface="Microsoft Sans Serif"/>
                <a:cs typeface="Microsoft Sans Serif"/>
              </a:rPr>
              <a:t>is</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best</a:t>
            </a:r>
            <a:r>
              <a:rPr sz="2200" spc="90" dirty="0">
                <a:solidFill>
                  <a:srgbClr val="292929"/>
                </a:solidFill>
                <a:latin typeface="Microsoft Sans Serif"/>
                <a:cs typeface="Microsoft Sans Serif"/>
              </a:rPr>
              <a:t> </a:t>
            </a:r>
            <a:r>
              <a:rPr sz="2200" spc="-80" dirty="0">
                <a:solidFill>
                  <a:srgbClr val="292929"/>
                </a:solidFill>
                <a:latin typeface="Microsoft Sans Serif"/>
                <a:cs typeface="Microsoft Sans Serif"/>
              </a:rPr>
              <a:t>place</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65" dirty="0">
                <a:solidFill>
                  <a:srgbClr val="292929"/>
                </a:solidFill>
                <a:latin typeface="Microsoft Sans Serif"/>
                <a:cs typeface="Microsoft Sans Serif"/>
              </a:rPr>
              <a:t> </a:t>
            </a:r>
            <a:r>
              <a:rPr sz="2200" spc="-80" dirty="0">
                <a:solidFill>
                  <a:srgbClr val="292929"/>
                </a:solidFill>
                <a:latin typeface="Microsoft Sans Serif"/>
                <a:cs typeface="Microsoft Sans Serif"/>
              </a:rPr>
              <a:t>launch</a:t>
            </a:r>
            <a:r>
              <a:rPr sz="2200" spc="90" dirty="0">
                <a:solidFill>
                  <a:srgbClr val="292929"/>
                </a:solidFill>
                <a:latin typeface="Microsoft Sans Serif"/>
                <a:cs typeface="Microsoft Sans Serif"/>
              </a:rPr>
              <a:t> </a:t>
            </a:r>
            <a:r>
              <a:rPr sz="2200" spc="-55" dirty="0">
                <a:solidFill>
                  <a:srgbClr val="292929"/>
                </a:solidFill>
                <a:latin typeface="Microsoft Sans Serif"/>
                <a:cs typeface="Microsoft Sans Serif"/>
              </a:rPr>
              <a:t>according </a:t>
            </a:r>
            <a:r>
              <a:rPr sz="2200" spc="-570"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55" dirty="0">
                <a:solidFill>
                  <a:srgbClr val="292929"/>
                </a:solidFill>
                <a:latin typeface="Microsoft Sans Serif"/>
                <a:cs typeface="Microsoft Sans Serif"/>
              </a:rPr>
              <a:t> </a:t>
            </a:r>
            <a:r>
              <a:rPr sz="2200" spc="-70" dirty="0">
                <a:solidFill>
                  <a:srgbClr val="292929"/>
                </a:solidFill>
                <a:latin typeface="Microsoft Sans Serif"/>
                <a:cs typeface="Microsoft Sans Serif"/>
              </a:rPr>
              <a:t>payloads.</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C4C78AC1-795D-E28E-14E6-90F44F5313E9}"/>
              </a:ext>
            </a:extLst>
          </p:cNvPr>
          <p:cNvSpPr txBox="1"/>
          <p:nvPr/>
        </p:nvSpPr>
        <p:spPr>
          <a:xfrm>
            <a:off x="848994" y="5475287"/>
            <a:ext cx="9164955" cy="574040"/>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1800" spc="-85" dirty="0">
                <a:solidFill>
                  <a:srgbClr val="292929"/>
                </a:solidFill>
                <a:latin typeface="Microsoft Sans Serif"/>
                <a:cs typeface="Microsoft Sans Serif"/>
                <a:hlinkClick r:id="rId3"/>
              </a:rPr>
              <a:t>Source</a:t>
            </a:r>
            <a:r>
              <a:rPr sz="1800" spc="-80" dirty="0">
                <a:solidFill>
                  <a:srgbClr val="292929"/>
                </a:solidFill>
                <a:latin typeface="Microsoft Sans Serif"/>
                <a:cs typeface="Microsoft Sans Serif"/>
                <a:hlinkClick r:id="rId3"/>
              </a:rPr>
              <a:t> </a:t>
            </a:r>
            <a:r>
              <a:rPr sz="1800" spc="-60" dirty="0">
                <a:solidFill>
                  <a:srgbClr val="292929"/>
                </a:solidFill>
                <a:latin typeface="Microsoft Sans Serif"/>
                <a:cs typeface="Microsoft Sans Serif"/>
                <a:hlinkClick r:id="rId3"/>
              </a:rPr>
              <a:t>code:</a:t>
            </a:r>
            <a:r>
              <a:rPr sz="1800" spc="-60" dirty="0">
                <a:solidFill>
                  <a:srgbClr val="0462C1"/>
                </a:solidFill>
                <a:latin typeface="Microsoft Sans Serif"/>
                <a:cs typeface="Microsoft Sans Serif"/>
                <a:hlinkClick r:id="rId3"/>
              </a:rPr>
              <a:t> </a:t>
            </a:r>
            <a:r>
              <a:rPr lang="en-IN" sz="1800" u="sng" spc="-15" dirty="0">
                <a:solidFill>
                  <a:srgbClr val="0462C1"/>
                </a:solidFill>
                <a:uFill>
                  <a:solidFill>
                    <a:srgbClr val="0462C1"/>
                  </a:solidFill>
                </a:uFill>
                <a:latin typeface="Microsoft Sans Serif"/>
                <a:cs typeface="Microsoft Sans Serif"/>
              </a:rPr>
              <a:t>https://github.com/ammansharrma/IBM-Professional-Certificate/tree/main/Applied%20Capstone%20Project</a:t>
            </a:r>
            <a:endParaRPr sz="1800" dirty="0">
              <a:latin typeface="Microsoft Sans Serif"/>
              <a:cs typeface="Microsoft Sans Serif"/>
            </a:endParaRPr>
          </a:p>
        </p:txBody>
      </p:sp>
    </p:spTree>
    <p:extLst>
      <p:ext uri="{BB962C8B-B14F-4D97-AF65-F5344CB8AC3E}">
        <p14:creationId xmlns:p14="http://schemas.microsoft.com/office/powerpoint/2010/main" val="33453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
        <p:nvSpPr>
          <p:cNvPr id="2" name="object 2">
            <a:extLst>
              <a:ext uri="{FF2B5EF4-FFF2-40B4-BE49-F238E27FC236}">
                <a16:creationId xmlns:a16="http://schemas.microsoft.com/office/drawing/2014/main" id="{F03BBDC6-6956-66DD-6F6E-2DA12077B3E7}"/>
              </a:ext>
            </a:extLst>
          </p:cNvPr>
          <p:cNvSpPr txBox="1"/>
          <p:nvPr/>
        </p:nvSpPr>
        <p:spPr>
          <a:xfrm>
            <a:off x="848994" y="1841880"/>
            <a:ext cx="9455785" cy="695960"/>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2200" spc="-60" dirty="0">
                <a:solidFill>
                  <a:srgbClr val="292929"/>
                </a:solidFill>
                <a:latin typeface="Microsoft Sans Serif"/>
                <a:cs typeface="Microsoft Sans Serif"/>
              </a:rPr>
              <a:t>Four</a:t>
            </a:r>
            <a:r>
              <a:rPr sz="2200" spc="85" dirty="0">
                <a:solidFill>
                  <a:srgbClr val="292929"/>
                </a:solidFill>
                <a:latin typeface="Microsoft Sans Serif"/>
                <a:cs typeface="Microsoft Sans Serif"/>
              </a:rPr>
              <a:t> </a:t>
            </a:r>
            <a:r>
              <a:rPr sz="2200" spc="-55" dirty="0">
                <a:solidFill>
                  <a:srgbClr val="292929"/>
                </a:solidFill>
                <a:latin typeface="Microsoft Sans Serif"/>
                <a:cs typeface="Microsoft Sans Serif"/>
              </a:rPr>
              <a:t>classification</a:t>
            </a:r>
            <a:r>
              <a:rPr sz="2200" spc="75" dirty="0">
                <a:solidFill>
                  <a:srgbClr val="292929"/>
                </a:solidFill>
                <a:latin typeface="Microsoft Sans Serif"/>
                <a:cs typeface="Microsoft Sans Serif"/>
              </a:rPr>
              <a:t> </a:t>
            </a:r>
            <a:r>
              <a:rPr sz="2200" spc="-60" dirty="0">
                <a:solidFill>
                  <a:srgbClr val="292929"/>
                </a:solidFill>
                <a:latin typeface="Microsoft Sans Serif"/>
                <a:cs typeface="Microsoft Sans Serif"/>
              </a:rPr>
              <a:t>models</a:t>
            </a:r>
            <a:r>
              <a:rPr sz="2200" spc="75"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85" dirty="0">
                <a:solidFill>
                  <a:srgbClr val="292929"/>
                </a:solidFill>
                <a:latin typeface="Microsoft Sans Serif"/>
                <a:cs typeface="Microsoft Sans Serif"/>
              </a:rPr>
              <a:t> </a:t>
            </a:r>
            <a:r>
              <a:rPr sz="2200" spc="-70" dirty="0">
                <a:solidFill>
                  <a:srgbClr val="292929"/>
                </a:solidFill>
                <a:latin typeface="Microsoft Sans Serif"/>
                <a:cs typeface="Microsoft Sans Serif"/>
              </a:rPr>
              <a:t>compared:</a:t>
            </a:r>
            <a:r>
              <a:rPr sz="2200" spc="55" dirty="0">
                <a:solidFill>
                  <a:srgbClr val="292929"/>
                </a:solidFill>
                <a:latin typeface="Microsoft Sans Serif"/>
                <a:cs typeface="Microsoft Sans Serif"/>
              </a:rPr>
              <a:t> </a:t>
            </a:r>
            <a:r>
              <a:rPr sz="2200" spc="-15" dirty="0">
                <a:solidFill>
                  <a:srgbClr val="292929"/>
                </a:solidFill>
                <a:latin typeface="Microsoft Sans Serif"/>
                <a:cs typeface="Microsoft Sans Serif"/>
              </a:rPr>
              <a:t>logistic</a:t>
            </a:r>
            <a:r>
              <a:rPr sz="2200" spc="70" dirty="0">
                <a:solidFill>
                  <a:srgbClr val="292929"/>
                </a:solidFill>
                <a:latin typeface="Microsoft Sans Serif"/>
                <a:cs typeface="Microsoft Sans Serif"/>
              </a:rPr>
              <a:t> </a:t>
            </a:r>
            <a:r>
              <a:rPr sz="2200" spc="-60" dirty="0">
                <a:solidFill>
                  <a:srgbClr val="292929"/>
                </a:solidFill>
                <a:latin typeface="Microsoft Sans Serif"/>
                <a:cs typeface="Microsoft Sans Serif"/>
              </a:rPr>
              <a:t>regression,</a:t>
            </a:r>
            <a:r>
              <a:rPr sz="2200" spc="90" dirty="0">
                <a:solidFill>
                  <a:srgbClr val="292929"/>
                </a:solidFill>
                <a:latin typeface="Microsoft Sans Serif"/>
                <a:cs typeface="Microsoft Sans Serif"/>
              </a:rPr>
              <a:t> </a:t>
            </a:r>
            <a:r>
              <a:rPr sz="2200" spc="-10" dirty="0">
                <a:solidFill>
                  <a:srgbClr val="292929"/>
                </a:solidFill>
                <a:latin typeface="Microsoft Sans Serif"/>
                <a:cs typeface="Microsoft Sans Serif"/>
              </a:rPr>
              <a:t>support</a:t>
            </a:r>
            <a:r>
              <a:rPr sz="2200" spc="70" dirty="0">
                <a:solidFill>
                  <a:srgbClr val="292929"/>
                </a:solidFill>
                <a:latin typeface="Microsoft Sans Serif"/>
                <a:cs typeface="Microsoft Sans Serif"/>
              </a:rPr>
              <a:t> </a:t>
            </a:r>
            <a:r>
              <a:rPr sz="2200" spc="-35" dirty="0">
                <a:solidFill>
                  <a:srgbClr val="292929"/>
                </a:solidFill>
                <a:latin typeface="Microsoft Sans Serif"/>
                <a:cs typeface="Microsoft Sans Serif"/>
              </a:rPr>
              <a:t>vector </a:t>
            </a:r>
            <a:r>
              <a:rPr sz="2200" spc="-570" dirty="0">
                <a:solidFill>
                  <a:srgbClr val="292929"/>
                </a:solidFill>
                <a:latin typeface="Microsoft Sans Serif"/>
                <a:cs typeface="Microsoft Sans Serif"/>
              </a:rPr>
              <a:t> </a:t>
            </a:r>
            <a:r>
              <a:rPr sz="2200" spc="-95" dirty="0">
                <a:solidFill>
                  <a:srgbClr val="292929"/>
                </a:solidFill>
                <a:latin typeface="Microsoft Sans Serif"/>
                <a:cs typeface="Microsoft Sans Serif"/>
              </a:rPr>
              <a:t>machine,</a:t>
            </a:r>
            <a:r>
              <a:rPr sz="2200" spc="70" dirty="0">
                <a:solidFill>
                  <a:srgbClr val="292929"/>
                </a:solidFill>
                <a:latin typeface="Microsoft Sans Serif"/>
                <a:cs typeface="Microsoft Sans Serif"/>
              </a:rPr>
              <a:t> </a:t>
            </a:r>
            <a:r>
              <a:rPr sz="2200" spc="-55" dirty="0">
                <a:solidFill>
                  <a:srgbClr val="292929"/>
                </a:solidFill>
                <a:latin typeface="Microsoft Sans Serif"/>
                <a:cs typeface="Microsoft Sans Serif"/>
              </a:rPr>
              <a:t>decision</a:t>
            </a:r>
            <a:r>
              <a:rPr sz="2200" spc="90" dirty="0">
                <a:solidFill>
                  <a:srgbClr val="292929"/>
                </a:solidFill>
                <a:latin typeface="Microsoft Sans Serif"/>
                <a:cs typeface="Microsoft Sans Serif"/>
              </a:rPr>
              <a:t> </a:t>
            </a:r>
            <a:r>
              <a:rPr sz="2200" spc="-35" dirty="0">
                <a:solidFill>
                  <a:srgbClr val="292929"/>
                </a:solidFill>
                <a:latin typeface="Microsoft Sans Serif"/>
                <a:cs typeface="Microsoft Sans Serif"/>
              </a:rPr>
              <a:t>tree</a:t>
            </a:r>
            <a:r>
              <a:rPr sz="2200" spc="7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55" dirty="0">
                <a:solidFill>
                  <a:srgbClr val="292929"/>
                </a:solidFill>
                <a:latin typeface="Microsoft Sans Serif"/>
                <a:cs typeface="Microsoft Sans Serif"/>
              </a:rPr>
              <a:t> </a:t>
            </a:r>
            <a:r>
              <a:rPr sz="2200" spc="-25" dirty="0">
                <a:solidFill>
                  <a:srgbClr val="292929"/>
                </a:solidFill>
                <a:latin typeface="Microsoft Sans Serif"/>
                <a:cs typeface="Microsoft Sans Serif"/>
              </a:rPr>
              <a:t>k</a:t>
            </a:r>
            <a:r>
              <a:rPr sz="2200" spc="75" dirty="0">
                <a:solidFill>
                  <a:srgbClr val="292929"/>
                </a:solidFill>
                <a:latin typeface="Microsoft Sans Serif"/>
                <a:cs typeface="Microsoft Sans Serif"/>
              </a:rPr>
              <a:t> </a:t>
            </a:r>
            <a:r>
              <a:rPr sz="2200" spc="-70" dirty="0">
                <a:solidFill>
                  <a:srgbClr val="292929"/>
                </a:solidFill>
                <a:latin typeface="Microsoft Sans Serif"/>
                <a:cs typeface="Microsoft Sans Serif"/>
              </a:rPr>
              <a:t>nearest</a:t>
            </a:r>
            <a:r>
              <a:rPr sz="2200" spc="85" dirty="0">
                <a:solidFill>
                  <a:srgbClr val="292929"/>
                </a:solidFill>
                <a:latin typeface="Microsoft Sans Serif"/>
                <a:cs typeface="Microsoft Sans Serif"/>
              </a:rPr>
              <a:t> </a:t>
            </a:r>
            <a:r>
              <a:rPr sz="2200" spc="-50" dirty="0">
                <a:solidFill>
                  <a:srgbClr val="292929"/>
                </a:solidFill>
                <a:latin typeface="Microsoft Sans Serif"/>
                <a:cs typeface="Microsoft Sans Serif"/>
              </a:rPr>
              <a:t>neighbors.</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E08A703E-EBD2-CBBF-C536-C54A1ED0E52E}"/>
              </a:ext>
            </a:extLst>
          </p:cNvPr>
          <p:cNvSpPr txBox="1"/>
          <p:nvPr/>
        </p:nvSpPr>
        <p:spPr>
          <a:xfrm>
            <a:off x="848994" y="5264403"/>
            <a:ext cx="8893175" cy="452755"/>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1400" spc="-65" dirty="0">
                <a:solidFill>
                  <a:srgbClr val="292929"/>
                </a:solidFill>
                <a:latin typeface="Microsoft Sans Serif"/>
                <a:cs typeface="Microsoft Sans Serif"/>
                <a:hlinkClick r:id="rId3"/>
              </a:rPr>
              <a:t>Source</a:t>
            </a:r>
            <a:r>
              <a:rPr sz="1400" spc="-60" dirty="0">
                <a:solidFill>
                  <a:srgbClr val="292929"/>
                </a:solidFill>
                <a:latin typeface="Microsoft Sans Serif"/>
                <a:cs typeface="Microsoft Sans Serif"/>
                <a:hlinkClick r:id="rId3"/>
              </a:rPr>
              <a:t> </a:t>
            </a:r>
            <a:r>
              <a:rPr sz="1400" spc="-50" dirty="0">
                <a:solidFill>
                  <a:srgbClr val="292929"/>
                </a:solidFill>
                <a:latin typeface="Microsoft Sans Serif"/>
                <a:cs typeface="Microsoft Sans Serif"/>
                <a:hlinkClick r:id="rId3"/>
              </a:rPr>
              <a:t>code:</a:t>
            </a:r>
            <a:r>
              <a:rPr sz="1400" spc="-50" dirty="0">
                <a:solidFill>
                  <a:srgbClr val="0462C1"/>
                </a:solidFill>
                <a:latin typeface="Microsoft Sans Serif"/>
                <a:cs typeface="Microsoft Sans Serif"/>
                <a:hlinkClick r:id="rId3"/>
              </a:rPr>
              <a:t> </a:t>
            </a:r>
            <a:r>
              <a:rPr lang="en-IN" sz="1400" u="sng" spc="-15" dirty="0">
                <a:solidFill>
                  <a:srgbClr val="0462C1"/>
                </a:solidFill>
                <a:uFill>
                  <a:solidFill>
                    <a:srgbClr val="0462C1"/>
                  </a:solidFill>
                </a:uFill>
                <a:latin typeface="Microsoft Sans Serif"/>
                <a:cs typeface="Microsoft Sans Serif"/>
              </a:rPr>
              <a:t>https://github.com/ammansharrma/IBM-Professional-Certificate/tree/main/Applied%20Capstone%20Project</a:t>
            </a:r>
            <a:endParaRPr sz="1400" dirty="0">
              <a:latin typeface="Microsoft Sans Serif"/>
              <a:cs typeface="Microsoft Sans Serif"/>
            </a:endParaRPr>
          </a:p>
        </p:txBody>
      </p:sp>
      <p:pic>
        <p:nvPicPr>
          <p:cNvPr id="7" name="object 5">
            <a:extLst>
              <a:ext uri="{FF2B5EF4-FFF2-40B4-BE49-F238E27FC236}">
                <a16:creationId xmlns:a16="http://schemas.microsoft.com/office/drawing/2014/main" id="{0CDAFCEE-B272-BDB0-5E1A-DC9CB60E12BC}"/>
              </a:ext>
            </a:extLst>
          </p:cNvPr>
          <p:cNvPicPr/>
          <p:nvPr/>
        </p:nvPicPr>
        <p:blipFill>
          <a:blip r:embed="rId4" cstate="print"/>
          <a:stretch>
            <a:fillRect/>
          </a:stretch>
        </p:blipFill>
        <p:spPr>
          <a:xfrm>
            <a:off x="899160" y="3169920"/>
            <a:ext cx="2512314" cy="1521713"/>
          </a:xfrm>
          <a:prstGeom prst="rect">
            <a:avLst/>
          </a:prstGeom>
        </p:spPr>
      </p:pic>
      <p:sp>
        <p:nvSpPr>
          <p:cNvPr id="8" name="object 6">
            <a:extLst>
              <a:ext uri="{FF2B5EF4-FFF2-40B4-BE49-F238E27FC236}">
                <a16:creationId xmlns:a16="http://schemas.microsoft.com/office/drawing/2014/main" id="{A95E2F26-B3C8-CD04-591C-9673CF150E91}"/>
              </a:ext>
            </a:extLst>
          </p:cNvPr>
          <p:cNvSpPr txBox="1"/>
          <p:nvPr/>
        </p:nvSpPr>
        <p:spPr>
          <a:xfrm>
            <a:off x="1179512" y="3411854"/>
            <a:ext cx="1953260" cy="975994"/>
          </a:xfrm>
          <a:prstGeom prst="rect">
            <a:avLst/>
          </a:prstGeom>
        </p:spPr>
        <p:txBody>
          <a:bodyPr vert="horz" wrap="square" lIns="0" tIns="45720" rIns="0" bIns="0" rtlCol="0">
            <a:spAutoFit/>
          </a:bodyPr>
          <a:lstStyle/>
          <a:p>
            <a:pPr marL="12700" marR="5080" algn="ctr">
              <a:lnSpc>
                <a:spcPts val="2420"/>
              </a:lnSpc>
              <a:spcBef>
                <a:spcPts val="360"/>
              </a:spcBef>
            </a:pPr>
            <a:r>
              <a:rPr sz="2200" spc="-10" dirty="0">
                <a:solidFill>
                  <a:srgbClr val="FFFFFF"/>
                </a:solidFill>
                <a:latin typeface="Calibri"/>
                <a:cs typeface="Calibri"/>
              </a:rPr>
              <a:t>Data</a:t>
            </a:r>
            <a:r>
              <a:rPr sz="2200" spc="-95" dirty="0">
                <a:solidFill>
                  <a:srgbClr val="FFFFFF"/>
                </a:solidFill>
                <a:latin typeface="Calibri"/>
                <a:cs typeface="Calibri"/>
              </a:rPr>
              <a:t> </a:t>
            </a:r>
            <a:r>
              <a:rPr sz="2200" spc="-10" dirty="0">
                <a:solidFill>
                  <a:srgbClr val="FFFFFF"/>
                </a:solidFill>
                <a:latin typeface="Calibri"/>
                <a:cs typeface="Calibri"/>
              </a:rPr>
              <a:t>preparation </a:t>
            </a:r>
            <a:r>
              <a:rPr sz="2200" spc="-484" dirty="0">
                <a:solidFill>
                  <a:srgbClr val="FFFFFF"/>
                </a:solidFill>
                <a:latin typeface="Calibri"/>
                <a:cs typeface="Calibri"/>
              </a:rPr>
              <a:t> </a:t>
            </a:r>
            <a:r>
              <a:rPr sz="2200" dirty="0">
                <a:solidFill>
                  <a:srgbClr val="FFFFFF"/>
                </a:solidFill>
                <a:latin typeface="Calibri"/>
                <a:cs typeface="Calibri"/>
              </a:rPr>
              <a:t>and </a:t>
            </a:r>
            <a:r>
              <a:rPr sz="2200" spc="5" dirty="0">
                <a:solidFill>
                  <a:srgbClr val="FFFFFF"/>
                </a:solidFill>
                <a:latin typeface="Calibri"/>
                <a:cs typeface="Calibri"/>
              </a:rPr>
              <a:t> </a:t>
            </a:r>
            <a:r>
              <a:rPr sz="2200" spc="-15" dirty="0">
                <a:solidFill>
                  <a:srgbClr val="FFFFFF"/>
                </a:solidFill>
                <a:latin typeface="Calibri"/>
                <a:cs typeface="Calibri"/>
              </a:rPr>
              <a:t>standardization</a:t>
            </a:r>
            <a:endParaRPr sz="2200">
              <a:latin typeface="Calibri"/>
              <a:cs typeface="Calibri"/>
            </a:endParaRPr>
          </a:p>
        </p:txBody>
      </p:sp>
      <p:pic>
        <p:nvPicPr>
          <p:cNvPr id="9" name="object 7">
            <a:extLst>
              <a:ext uri="{FF2B5EF4-FFF2-40B4-BE49-F238E27FC236}">
                <a16:creationId xmlns:a16="http://schemas.microsoft.com/office/drawing/2014/main" id="{32222AC9-C39F-2E37-D7B3-F1F3943728B5}"/>
              </a:ext>
            </a:extLst>
          </p:cNvPr>
          <p:cNvPicPr/>
          <p:nvPr/>
        </p:nvPicPr>
        <p:blipFill>
          <a:blip r:embed="rId5" cstate="print"/>
          <a:stretch>
            <a:fillRect/>
          </a:stretch>
        </p:blipFill>
        <p:spPr>
          <a:xfrm>
            <a:off x="3632200" y="3606774"/>
            <a:ext cx="556526" cy="647979"/>
          </a:xfrm>
          <a:prstGeom prst="rect">
            <a:avLst/>
          </a:prstGeom>
        </p:spPr>
      </p:pic>
      <p:pic>
        <p:nvPicPr>
          <p:cNvPr id="10" name="object 8">
            <a:extLst>
              <a:ext uri="{FF2B5EF4-FFF2-40B4-BE49-F238E27FC236}">
                <a16:creationId xmlns:a16="http://schemas.microsoft.com/office/drawing/2014/main" id="{4ADF8972-FC57-BE5A-A19B-361C45AD4853}"/>
              </a:ext>
            </a:extLst>
          </p:cNvPr>
          <p:cNvPicPr/>
          <p:nvPr/>
        </p:nvPicPr>
        <p:blipFill>
          <a:blip r:embed="rId6" cstate="print"/>
          <a:stretch>
            <a:fillRect/>
          </a:stretch>
        </p:blipFill>
        <p:spPr>
          <a:xfrm>
            <a:off x="4376420" y="3169920"/>
            <a:ext cx="2514854" cy="1521713"/>
          </a:xfrm>
          <a:prstGeom prst="rect">
            <a:avLst/>
          </a:prstGeom>
        </p:spPr>
      </p:pic>
      <p:sp>
        <p:nvSpPr>
          <p:cNvPr id="11" name="object 9">
            <a:extLst>
              <a:ext uri="{FF2B5EF4-FFF2-40B4-BE49-F238E27FC236}">
                <a16:creationId xmlns:a16="http://schemas.microsoft.com/office/drawing/2014/main" id="{2B60777D-CADB-08F6-6F34-0255ADF4C255}"/>
              </a:ext>
            </a:extLst>
          </p:cNvPr>
          <p:cNvSpPr txBox="1"/>
          <p:nvPr/>
        </p:nvSpPr>
        <p:spPr>
          <a:xfrm>
            <a:off x="4556759" y="3257867"/>
            <a:ext cx="2157095" cy="1283970"/>
          </a:xfrm>
          <a:prstGeom prst="rect">
            <a:avLst/>
          </a:prstGeom>
        </p:spPr>
        <p:txBody>
          <a:bodyPr vert="horz" wrap="square" lIns="0" tIns="40640" rIns="0" bIns="0" rtlCol="0">
            <a:spAutoFit/>
          </a:bodyPr>
          <a:lstStyle/>
          <a:p>
            <a:pPr marL="12065" marR="5080" algn="ctr">
              <a:lnSpc>
                <a:spcPct val="91700"/>
              </a:lnSpc>
              <a:spcBef>
                <a:spcPts val="320"/>
              </a:spcBef>
            </a:pPr>
            <a:r>
              <a:rPr sz="2200" spc="-55" dirty="0">
                <a:solidFill>
                  <a:srgbClr val="FFFFFF"/>
                </a:solidFill>
                <a:latin typeface="Calibri"/>
                <a:cs typeface="Calibri"/>
              </a:rPr>
              <a:t>Test</a:t>
            </a:r>
            <a:r>
              <a:rPr sz="2200" spc="-40" dirty="0">
                <a:solidFill>
                  <a:srgbClr val="FFFFFF"/>
                </a:solidFill>
                <a:latin typeface="Calibri"/>
                <a:cs typeface="Calibri"/>
              </a:rPr>
              <a:t> </a:t>
            </a:r>
            <a:r>
              <a:rPr sz="2200" spc="-5" dirty="0">
                <a:solidFill>
                  <a:srgbClr val="FFFFFF"/>
                </a:solidFill>
                <a:latin typeface="Calibri"/>
                <a:cs typeface="Calibri"/>
              </a:rPr>
              <a:t>of</a:t>
            </a:r>
            <a:r>
              <a:rPr sz="2200" spc="-20" dirty="0">
                <a:solidFill>
                  <a:srgbClr val="FFFFFF"/>
                </a:solidFill>
                <a:latin typeface="Calibri"/>
                <a:cs typeface="Calibri"/>
              </a:rPr>
              <a:t> </a:t>
            </a:r>
            <a:r>
              <a:rPr sz="2200" dirty="0">
                <a:solidFill>
                  <a:srgbClr val="FFFFFF"/>
                </a:solidFill>
                <a:latin typeface="Calibri"/>
                <a:cs typeface="Calibri"/>
              </a:rPr>
              <a:t>each</a:t>
            </a:r>
            <a:r>
              <a:rPr sz="2200" spc="-55" dirty="0">
                <a:solidFill>
                  <a:srgbClr val="FFFFFF"/>
                </a:solidFill>
                <a:latin typeface="Calibri"/>
                <a:cs typeface="Calibri"/>
              </a:rPr>
              <a:t> </a:t>
            </a:r>
            <a:r>
              <a:rPr sz="2200" dirty="0">
                <a:solidFill>
                  <a:srgbClr val="FFFFFF"/>
                </a:solidFill>
                <a:latin typeface="Calibri"/>
                <a:cs typeface="Calibri"/>
              </a:rPr>
              <a:t>model </a:t>
            </a:r>
            <a:r>
              <a:rPr sz="2200" spc="-480" dirty="0">
                <a:solidFill>
                  <a:srgbClr val="FFFFFF"/>
                </a:solidFill>
                <a:latin typeface="Calibri"/>
                <a:cs typeface="Calibri"/>
              </a:rPr>
              <a:t> </a:t>
            </a:r>
            <a:r>
              <a:rPr sz="2200" dirty="0">
                <a:solidFill>
                  <a:srgbClr val="FFFFFF"/>
                </a:solidFill>
                <a:latin typeface="Calibri"/>
                <a:cs typeface="Calibri"/>
              </a:rPr>
              <a:t>with </a:t>
            </a:r>
            <a:r>
              <a:rPr sz="2200" spc="-5" dirty="0">
                <a:solidFill>
                  <a:srgbClr val="FFFFFF"/>
                </a:solidFill>
                <a:latin typeface="Calibri"/>
                <a:cs typeface="Calibri"/>
              </a:rPr>
              <a:t>combinations </a:t>
            </a:r>
            <a:r>
              <a:rPr sz="2200" spc="-484" dirty="0">
                <a:solidFill>
                  <a:srgbClr val="FFFFFF"/>
                </a:solidFill>
                <a:latin typeface="Calibri"/>
                <a:cs typeface="Calibri"/>
              </a:rPr>
              <a:t> </a:t>
            </a:r>
            <a:r>
              <a:rPr sz="2200" spc="-5" dirty="0">
                <a:solidFill>
                  <a:srgbClr val="FFFFFF"/>
                </a:solidFill>
                <a:latin typeface="Calibri"/>
                <a:cs typeface="Calibri"/>
              </a:rPr>
              <a:t>of </a:t>
            </a:r>
            <a:r>
              <a:rPr sz="2200" dirty="0">
                <a:solidFill>
                  <a:srgbClr val="FFFFFF"/>
                </a:solidFill>
                <a:latin typeface="Calibri"/>
                <a:cs typeface="Calibri"/>
              </a:rPr>
              <a:t> </a:t>
            </a:r>
            <a:r>
              <a:rPr sz="2200" spc="-15" dirty="0">
                <a:solidFill>
                  <a:srgbClr val="FFFFFF"/>
                </a:solidFill>
                <a:latin typeface="Calibri"/>
                <a:cs typeface="Calibri"/>
              </a:rPr>
              <a:t>hyperparameters</a:t>
            </a:r>
            <a:endParaRPr sz="2200">
              <a:latin typeface="Calibri"/>
              <a:cs typeface="Calibri"/>
            </a:endParaRPr>
          </a:p>
        </p:txBody>
      </p:sp>
      <p:pic>
        <p:nvPicPr>
          <p:cNvPr id="12" name="object 10">
            <a:extLst>
              <a:ext uri="{FF2B5EF4-FFF2-40B4-BE49-F238E27FC236}">
                <a16:creationId xmlns:a16="http://schemas.microsoft.com/office/drawing/2014/main" id="{E374F6DD-EA10-2163-F9F3-C89703ECDE5C}"/>
              </a:ext>
            </a:extLst>
          </p:cNvPr>
          <p:cNvPicPr/>
          <p:nvPr/>
        </p:nvPicPr>
        <p:blipFill>
          <a:blip r:embed="rId7" cstate="print"/>
          <a:stretch>
            <a:fillRect/>
          </a:stretch>
        </p:blipFill>
        <p:spPr>
          <a:xfrm>
            <a:off x="7109459" y="3606774"/>
            <a:ext cx="556526" cy="647979"/>
          </a:xfrm>
          <a:prstGeom prst="rect">
            <a:avLst/>
          </a:prstGeom>
        </p:spPr>
      </p:pic>
      <p:pic>
        <p:nvPicPr>
          <p:cNvPr id="13" name="object 11">
            <a:extLst>
              <a:ext uri="{FF2B5EF4-FFF2-40B4-BE49-F238E27FC236}">
                <a16:creationId xmlns:a16="http://schemas.microsoft.com/office/drawing/2014/main" id="{4F18A25A-6200-C438-FC72-CDB285DC5EE4}"/>
              </a:ext>
            </a:extLst>
          </p:cNvPr>
          <p:cNvPicPr/>
          <p:nvPr/>
        </p:nvPicPr>
        <p:blipFill>
          <a:blip r:embed="rId8" cstate="print"/>
          <a:stretch>
            <a:fillRect/>
          </a:stretch>
        </p:blipFill>
        <p:spPr>
          <a:xfrm>
            <a:off x="7853680" y="3169920"/>
            <a:ext cx="2514854" cy="1521713"/>
          </a:xfrm>
          <a:prstGeom prst="rect">
            <a:avLst/>
          </a:prstGeom>
        </p:spPr>
      </p:pic>
      <p:sp>
        <p:nvSpPr>
          <p:cNvPr id="14" name="object 12">
            <a:extLst>
              <a:ext uri="{FF2B5EF4-FFF2-40B4-BE49-F238E27FC236}">
                <a16:creationId xmlns:a16="http://schemas.microsoft.com/office/drawing/2014/main" id="{C8BAAAEC-99B8-F6DB-679A-2463F3B43476}"/>
              </a:ext>
            </a:extLst>
          </p:cNvPr>
          <p:cNvSpPr txBox="1"/>
          <p:nvPr/>
        </p:nvSpPr>
        <p:spPr>
          <a:xfrm>
            <a:off x="8271509" y="3565525"/>
            <a:ext cx="1684655" cy="668020"/>
          </a:xfrm>
          <a:prstGeom prst="rect">
            <a:avLst/>
          </a:prstGeom>
        </p:spPr>
        <p:txBody>
          <a:bodyPr vert="horz" wrap="square" lIns="0" tIns="45720" rIns="0" bIns="0" rtlCol="0">
            <a:spAutoFit/>
          </a:bodyPr>
          <a:lstStyle/>
          <a:p>
            <a:pPr marL="464820" marR="5080" indent="-452755">
              <a:lnSpc>
                <a:spcPts val="2420"/>
              </a:lnSpc>
              <a:spcBef>
                <a:spcPts val="360"/>
              </a:spcBef>
            </a:pPr>
            <a:r>
              <a:rPr sz="2200" spc="-5" dirty="0">
                <a:solidFill>
                  <a:srgbClr val="FFFFFF"/>
                </a:solidFill>
                <a:latin typeface="Calibri"/>
                <a:cs typeface="Calibri"/>
              </a:rPr>
              <a:t>Comparison</a:t>
            </a:r>
            <a:r>
              <a:rPr sz="2200" spc="-85" dirty="0">
                <a:solidFill>
                  <a:srgbClr val="FFFFFF"/>
                </a:solidFill>
                <a:latin typeface="Calibri"/>
                <a:cs typeface="Calibri"/>
              </a:rPr>
              <a:t> </a:t>
            </a:r>
            <a:r>
              <a:rPr sz="2200" spc="-5" dirty="0">
                <a:solidFill>
                  <a:srgbClr val="FFFFFF"/>
                </a:solidFill>
                <a:latin typeface="Calibri"/>
                <a:cs typeface="Calibri"/>
              </a:rPr>
              <a:t>of </a:t>
            </a:r>
            <a:r>
              <a:rPr sz="2200" spc="-480" dirty="0">
                <a:solidFill>
                  <a:srgbClr val="FFFFFF"/>
                </a:solidFill>
                <a:latin typeface="Calibri"/>
                <a:cs typeface="Calibri"/>
              </a:rPr>
              <a:t> </a:t>
            </a:r>
            <a:r>
              <a:rPr sz="2200" spc="-5" dirty="0">
                <a:solidFill>
                  <a:srgbClr val="FFFFFF"/>
                </a:solidFill>
                <a:latin typeface="Calibri"/>
                <a:cs typeface="Calibri"/>
              </a:rPr>
              <a:t>results</a:t>
            </a:r>
            <a:endParaRPr sz="2200">
              <a:latin typeface="Calibri"/>
              <a:cs typeface="Calibri"/>
            </a:endParaRPr>
          </a:p>
        </p:txBody>
      </p:sp>
    </p:spTree>
    <p:extLst>
      <p:ext uri="{BB962C8B-B14F-4D97-AF65-F5344CB8AC3E}">
        <p14:creationId xmlns:p14="http://schemas.microsoft.com/office/powerpoint/2010/main" val="181371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
        <p:nvSpPr>
          <p:cNvPr id="2" name="object 2">
            <a:extLst>
              <a:ext uri="{FF2B5EF4-FFF2-40B4-BE49-F238E27FC236}">
                <a16:creationId xmlns:a16="http://schemas.microsoft.com/office/drawing/2014/main" id="{F0443BAD-2397-7FB1-CFC0-F41D43E72D87}"/>
              </a:ext>
            </a:extLst>
          </p:cNvPr>
          <p:cNvSpPr txBox="1"/>
          <p:nvPr/>
        </p:nvSpPr>
        <p:spPr>
          <a:xfrm>
            <a:off x="919236" y="1686561"/>
            <a:ext cx="10217150" cy="374015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50" dirty="0">
                <a:solidFill>
                  <a:srgbClr val="292929"/>
                </a:solidFill>
                <a:latin typeface="Microsoft Sans Serif"/>
                <a:cs typeface="Microsoft Sans Serif"/>
              </a:rPr>
              <a:t>Exploratory</a:t>
            </a:r>
            <a:r>
              <a:rPr sz="2200" spc="60"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45" dirty="0">
                <a:solidFill>
                  <a:srgbClr val="292929"/>
                </a:solidFill>
                <a:latin typeface="Microsoft Sans Serif"/>
                <a:cs typeface="Microsoft Sans Serif"/>
              </a:rPr>
              <a:t> </a:t>
            </a:r>
            <a:r>
              <a:rPr sz="2200" spc="-90" dirty="0">
                <a:solidFill>
                  <a:srgbClr val="292929"/>
                </a:solidFill>
                <a:latin typeface="Microsoft Sans Serif"/>
                <a:cs typeface="Microsoft Sans Serif"/>
              </a:rPr>
              <a:t>analysis</a:t>
            </a:r>
            <a:r>
              <a:rPr sz="2200" spc="100" dirty="0">
                <a:solidFill>
                  <a:srgbClr val="292929"/>
                </a:solidFill>
                <a:latin typeface="Microsoft Sans Serif"/>
                <a:cs typeface="Microsoft Sans Serif"/>
              </a:rPr>
              <a:t> </a:t>
            </a:r>
            <a:r>
              <a:rPr sz="2200" spc="-55" dirty="0">
                <a:solidFill>
                  <a:srgbClr val="292929"/>
                </a:solidFill>
                <a:latin typeface="Microsoft Sans Serif"/>
                <a:cs typeface="Microsoft Sans Serif"/>
              </a:rPr>
              <a:t>results:</a:t>
            </a:r>
            <a:endParaRPr sz="2200" dirty="0">
              <a:latin typeface="Microsoft Sans Serif"/>
              <a:cs typeface="Microsoft Sans Serif"/>
            </a:endParaRPr>
          </a:p>
          <a:p>
            <a:pPr marL="698500" lvl="1" indent="-228600">
              <a:lnSpc>
                <a:spcPct val="100000"/>
              </a:lnSpc>
              <a:spcBef>
                <a:spcPts val="1440"/>
              </a:spcBef>
              <a:buFont typeface="Arial MT"/>
              <a:buChar char="•"/>
              <a:tabLst>
                <a:tab pos="697865" algn="l"/>
                <a:tab pos="698500" algn="l"/>
              </a:tabLst>
            </a:pPr>
            <a:r>
              <a:rPr sz="1600" spc="-105" dirty="0">
                <a:solidFill>
                  <a:srgbClr val="292929"/>
                </a:solidFill>
                <a:latin typeface="Microsoft Sans Serif"/>
                <a:cs typeface="Microsoft Sans Serif"/>
              </a:rPr>
              <a:t>Space</a:t>
            </a:r>
            <a:r>
              <a:rPr sz="1600" spc="65" dirty="0">
                <a:solidFill>
                  <a:srgbClr val="292929"/>
                </a:solidFill>
                <a:latin typeface="Microsoft Sans Serif"/>
                <a:cs typeface="Microsoft Sans Serif"/>
              </a:rPr>
              <a:t> </a:t>
            </a:r>
            <a:r>
              <a:rPr sz="1600" spc="-150" dirty="0">
                <a:solidFill>
                  <a:srgbClr val="292929"/>
                </a:solidFill>
                <a:latin typeface="Microsoft Sans Serif"/>
                <a:cs typeface="Microsoft Sans Serif"/>
              </a:rPr>
              <a:t>X</a:t>
            </a:r>
            <a:r>
              <a:rPr sz="1600" spc="50" dirty="0">
                <a:solidFill>
                  <a:srgbClr val="292929"/>
                </a:solidFill>
                <a:latin typeface="Microsoft Sans Serif"/>
                <a:cs typeface="Microsoft Sans Serif"/>
              </a:rPr>
              <a:t> </a:t>
            </a:r>
            <a:r>
              <a:rPr sz="1600" spc="-85" dirty="0">
                <a:solidFill>
                  <a:srgbClr val="292929"/>
                </a:solidFill>
                <a:latin typeface="Microsoft Sans Serif"/>
                <a:cs typeface="Microsoft Sans Serif"/>
              </a:rPr>
              <a:t>uses</a:t>
            </a:r>
            <a:r>
              <a:rPr sz="1600" spc="65" dirty="0">
                <a:solidFill>
                  <a:srgbClr val="292929"/>
                </a:solidFill>
                <a:latin typeface="Microsoft Sans Serif"/>
                <a:cs typeface="Microsoft Sans Serif"/>
              </a:rPr>
              <a:t> </a:t>
            </a:r>
            <a:r>
              <a:rPr sz="1600" spc="75" dirty="0">
                <a:solidFill>
                  <a:srgbClr val="292929"/>
                </a:solidFill>
                <a:latin typeface="Microsoft Sans Serif"/>
                <a:cs typeface="Microsoft Sans Serif"/>
              </a:rPr>
              <a:t>4</a:t>
            </a:r>
            <a:r>
              <a:rPr sz="1600" spc="60" dirty="0">
                <a:solidFill>
                  <a:srgbClr val="292929"/>
                </a:solidFill>
                <a:latin typeface="Microsoft Sans Serif"/>
                <a:cs typeface="Microsoft Sans Serif"/>
              </a:rPr>
              <a:t> </a:t>
            </a:r>
            <a:r>
              <a:rPr sz="1600" spc="-15" dirty="0">
                <a:solidFill>
                  <a:srgbClr val="292929"/>
                </a:solidFill>
                <a:latin typeface="Microsoft Sans Serif"/>
                <a:cs typeface="Microsoft Sans Serif"/>
              </a:rPr>
              <a:t>different</a:t>
            </a:r>
            <a:r>
              <a:rPr sz="1600" spc="70" dirty="0">
                <a:solidFill>
                  <a:srgbClr val="292929"/>
                </a:solidFill>
                <a:latin typeface="Microsoft Sans Serif"/>
                <a:cs typeface="Microsoft Sans Serif"/>
              </a:rPr>
              <a:t> </a:t>
            </a:r>
            <a:r>
              <a:rPr sz="1600" spc="-60" dirty="0">
                <a:solidFill>
                  <a:srgbClr val="292929"/>
                </a:solidFill>
                <a:latin typeface="Microsoft Sans Serif"/>
                <a:cs typeface="Microsoft Sans Serif"/>
              </a:rPr>
              <a:t>launch</a:t>
            </a:r>
            <a:r>
              <a:rPr sz="1600" spc="95" dirty="0">
                <a:solidFill>
                  <a:srgbClr val="292929"/>
                </a:solidFill>
                <a:latin typeface="Microsoft Sans Serif"/>
                <a:cs typeface="Microsoft Sans Serif"/>
              </a:rPr>
              <a:t> </a:t>
            </a:r>
            <a:r>
              <a:rPr sz="1600" spc="-50" dirty="0">
                <a:solidFill>
                  <a:srgbClr val="292929"/>
                </a:solidFill>
                <a:latin typeface="Microsoft Sans Serif"/>
                <a:cs typeface="Microsoft Sans Serif"/>
              </a:rPr>
              <a:t>sites;</a:t>
            </a:r>
            <a:endParaRPr sz="16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600" spc="-110" dirty="0">
                <a:solidFill>
                  <a:srgbClr val="292929"/>
                </a:solidFill>
                <a:latin typeface="Microsoft Sans Serif"/>
                <a:cs typeface="Microsoft Sans Serif"/>
              </a:rPr>
              <a:t>The</a:t>
            </a:r>
            <a:r>
              <a:rPr sz="1600" spc="65" dirty="0">
                <a:solidFill>
                  <a:srgbClr val="292929"/>
                </a:solidFill>
                <a:latin typeface="Microsoft Sans Serif"/>
                <a:cs typeface="Microsoft Sans Serif"/>
              </a:rPr>
              <a:t> </a:t>
            </a:r>
            <a:r>
              <a:rPr sz="1600" dirty="0">
                <a:solidFill>
                  <a:srgbClr val="292929"/>
                </a:solidFill>
                <a:latin typeface="Microsoft Sans Serif"/>
                <a:cs typeface="Microsoft Sans Serif"/>
              </a:rPr>
              <a:t>first</a:t>
            </a:r>
            <a:r>
              <a:rPr sz="1600" spc="55" dirty="0">
                <a:solidFill>
                  <a:srgbClr val="292929"/>
                </a:solidFill>
                <a:latin typeface="Microsoft Sans Serif"/>
                <a:cs typeface="Microsoft Sans Serif"/>
              </a:rPr>
              <a:t> </a:t>
            </a:r>
            <a:r>
              <a:rPr sz="1600" spc="-70" dirty="0">
                <a:solidFill>
                  <a:srgbClr val="292929"/>
                </a:solidFill>
                <a:latin typeface="Microsoft Sans Serif"/>
                <a:cs typeface="Microsoft Sans Serif"/>
              </a:rPr>
              <a:t>launches</a:t>
            </a:r>
            <a:r>
              <a:rPr sz="1600" spc="110" dirty="0">
                <a:solidFill>
                  <a:srgbClr val="292929"/>
                </a:solidFill>
                <a:latin typeface="Microsoft Sans Serif"/>
                <a:cs typeface="Microsoft Sans Serif"/>
              </a:rPr>
              <a:t> </a:t>
            </a:r>
            <a:r>
              <a:rPr sz="1600" spc="-50" dirty="0">
                <a:solidFill>
                  <a:srgbClr val="292929"/>
                </a:solidFill>
                <a:latin typeface="Microsoft Sans Serif"/>
                <a:cs typeface="Microsoft Sans Serif"/>
              </a:rPr>
              <a:t>were</a:t>
            </a:r>
            <a:r>
              <a:rPr sz="1600" spc="35" dirty="0">
                <a:solidFill>
                  <a:srgbClr val="292929"/>
                </a:solidFill>
                <a:latin typeface="Microsoft Sans Serif"/>
                <a:cs typeface="Microsoft Sans Serif"/>
              </a:rPr>
              <a:t> </a:t>
            </a:r>
            <a:r>
              <a:rPr sz="1600" spc="-40" dirty="0">
                <a:solidFill>
                  <a:srgbClr val="292929"/>
                </a:solidFill>
                <a:latin typeface="Microsoft Sans Serif"/>
                <a:cs typeface="Microsoft Sans Serif"/>
              </a:rPr>
              <a:t>done</a:t>
            </a:r>
            <a:r>
              <a:rPr sz="1600" spc="90" dirty="0">
                <a:solidFill>
                  <a:srgbClr val="292929"/>
                </a:solidFill>
                <a:latin typeface="Microsoft Sans Serif"/>
                <a:cs typeface="Microsoft Sans Serif"/>
              </a:rPr>
              <a:t> </a:t>
            </a:r>
            <a:r>
              <a:rPr sz="1600" spc="30" dirty="0">
                <a:solidFill>
                  <a:srgbClr val="292929"/>
                </a:solidFill>
                <a:latin typeface="Microsoft Sans Serif"/>
                <a:cs typeface="Microsoft Sans Serif"/>
              </a:rPr>
              <a:t>to</a:t>
            </a:r>
            <a:r>
              <a:rPr sz="1600" spc="50" dirty="0">
                <a:solidFill>
                  <a:srgbClr val="292929"/>
                </a:solidFill>
                <a:latin typeface="Microsoft Sans Serif"/>
                <a:cs typeface="Microsoft Sans Serif"/>
              </a:rPr>
              <a:t> </a:t>
            </a:r>
            <a:r>
              <a:rPr sz="1600" spc="-105" dirty="0">
                <a:solidFill>
                  <a:srgbClr val="292929"/>
                </a:solidFill>
                <a:latin typeface="Microsoft Sans Serif"/>
                <a:cs typeface="Microsoft Sans Serif"/>
              </a:rPr>
              <a:t>Space</a:t>
            </a:r>
            <a:r>
              <a:rPr sz="1600" spc="70" dirty="0">
                <a:solidFill>
                  <a:srgbClr val="292929"/>
                </a:solidFill>
                <a:latin typeface="Microsoft Sans Serif"/>
                <a:cs typeface="Microsoft Sans Serif"/>
              </a:rPr>
              <a:t> </a:t>
            </a:r>
            <a:r>
              <a:rPr sz="1600" spc="-150" dirty="0">
                <a:solidFill>
                  <a:srgbClr val="292929"/>
                </a:solidFill>
                <a:latin typeface="Microsoft Sans Serif"/>
                <a:cs typeface="Microsoft Sans Serif"/>
              </a:rPr>
              <a:t>X</a:t>
            </a:r>
            <a:r>
              <a:rPr sz="1600" spc="55" dirty="0">
                <a:solidFill>
                  <a:srgbClr val="292929"/>
                </a:solidFill>
                <a:latin typeface="Microsoft Sans Serif"/>
                <a:cs typeface="Microsoft Sans Serif"/>
              </a:rPr>
              <a:t> </a:t>
            </a:r>
            <a:r>
              <a:rPr sz="1600" spc="-20" dirty="0">
                <a:solidFill>
                  <a:srgbClr val="292929"/>
                </a:solidFill>
                <a:latin typeface="Microsoft Sans Serif"/>
                <a:cs typeface="Microsoft Sans Serif"/>
              </a:rPr>
              <a:t>itself</a:t>
            </a:r>
            <a:r>
              <a:rPr sz="1600" spc="80" dirty="0">
                <a:solidFill>
                  <a:srgbClr val="292929"/>
                </a:solidFill>
                <a:latin typeface="Microsoft Sans Serif"/>
                <a:cs typeface="Microsoft Sans Serif"/>
              </a:rPr>
              <a:t> </a:t>
            </a:r>
            <a:r>
              <a:rPr sz="1600" spc="-55" dirty="0">
                <a:solidFill>
                  <a:srgbClr val="292929"/>
                </a:solidFill>
                <a:latin typeface="Microsoft Sans Serif"/>
                <a:cs typeface="Microsoft Sans Serif"/>
              </a:rPr>
              <a:t>and</a:t>
            </a:r>
            <a:r>
              <a:rPr sz="1600" spc="70" dirty="0">
                <a:solidFill>
                  <a:srgbClr val="292929"/>
                </a:solidFill>
                <a:latin typeface="Microsoft Sans Serif"/>
                <a:cs typeface="Microsoft Sans Serif"/>
              </a:rPr>
              <a:t> </a:t>
            </a:r>
            <a:r>
              <a:rPr sz="1600" spc="-114" dirty="0">
                <a:solidFill>
                  <a:srgbClr val="292929"/>
                </a:solidFill>
                <a:latin typeface="Microsoft Sans Serif"/>
                <a:cs typeface="Microsoft Sans Serif"/>
              </a:rPr>
              <a:t>NASA;</a:t>
            </a:r>
            <a:endParaRPr sz="1600" dirty="0">
              <a:latin typeface="Microsoft Sans Serif"/>
              <a:cs typeface="Microsoft Sans Serif"/>
            </a:endParaRPr>
          </a:p>
          <a:p>
            <a:pPr marL="698500" lvl="1" indent="-228600">
              <a:lnSpc>
                <a:spcPct val="100000"/>
              </a:lnSpc>
              <a:spcBef>
                <a:spcPts val="1405"/>
              </a:spcBef>
              <a:buFont typeface="Arial MT"/>
              <a:buChar char="•"/>
              <a:tabLst>
                <a:tab pos="697865" algn="l"/>
                <a:tab pos="698500" algn="l"/>
              </a:tabLst>
            </a:pPr>
            <a:r>
              <a:rPr sz="1600" spc="-110" dirty="0">
                <a:solidFill>
                  <a:srgbClr val="292929"/>
                </a:solidFill>
                <a:latin typeface="Microsoft Sans Serif"/>
                <a:cs typeface="Microsoft Sans Serif"/>
              </a:rPr>
              <a:t>The</a:t>
            </a:r>
            <a:r>
              <a:rPr sz="1600" spc="70" dirty="0">
                <a:solidFill>
                  <a:srgbClr val="292929"/>
                </a:solidFill>
                <a:latin typeface="Microsoft Sans Serif"/>
                <a:cs typeface="Microsoft Sans Serif"/>
              </a:rPr>
              <a:t> </a:t>
            </a:r>
            <a:r>
              <a:rPr sz="1600" spc="-65" dirty="0">
                <a:solidFill>
                  <a:srgbClr val="292929"/>
                </a:solidFill>
                <a:latin typeface="Microsoft Sans Serif"/>
                <a:cs typeface="Microsoft Sans Serif"/>
              </a:rPr>
              <a:t>average</a:t>
            </a:r>
            <a:r>
              <a:rPr sz="1600" spc="60" dirty="0">
                <a:solidFill>
                  <a:srgbClr val="292929"/>
                </a:solidFill>
                <a:latin typeface="Microsoft Sans Serif"/>
                <a:cs typeface="Microsoft Sans Serif"/>
              </a:rPr>
              <a:t> </a:t>
            </a:r>
            <a:r>
              <a:rPr sz="1600" spc="-40" dirty="0">
                <a:solidFill>
                  <a:srgbClr val="292929"/>
                </a:solidFill>
                <a:latin typeface="Microsoft Sans Serif"/>
                <a:cs typeface="Microsoft Sans Serif"/>
              </a:rPr>
              <a:t>payload</a:t>
            </a:r>
            <a:r>
              <a:rPr sz="1600" spc="90" dirty="0">
                <a:solidFill>
                  <a:srgbClr val="292929"/>
                </a:solidFill>
                <a:latin typeface="Microsoft Sans Serif"/>
                <a:cs typeface="Microsoft Sans Serif"/>
              </a:rPr>
              <a:t> </a:t>
            </a:r>
            <a:r>
              <a:rPr sz="1600" spc="-5" dirty="0">
                <a:solidFill>
                  <a:srgbClr val="292929"/>
                </a:solidFill>
                <a:latin typeface="Microsoft Sans Serif"/>
                <a:cs typeface="Microsoft Sans Serif"/>
              </a:rPr>
              <a:t>of</a:t>
            </a:r>
            <a:r>
              <a:rPr sz="1600" spc="60" dirty="0">
                <a:solidFill>
                  <a:srgbClr val="292929"/>
                </a:solidFill>
                <a:latin typeface="Microsoft Sans Serif"/>
                <a:cs typeface="Microsoft Sans Serif"/>
              </a:rPr>
              <a:t> </a:t>
            </a:r>
            <a:r>
              <a:rPr sz="1600" spc="-35" dirty="0">
                <a:solidFill>
                  <a:srgbClr val="292929"/>
                </a:solidFill>
                <a:latin typeface="Microsoft Sans Serif"/>
                <a:cs typeface="Microsoft Sans Serif"/>
              </a:rPr>
              <a:t>F9</a:t>
            </a:r>
            <a:r>
              <a:rPr sz="1600" spc="70" dirty="0">
                <a:solidFill>
                  <a:srgbClr val="292929"/>
                </a:solidFill>
                <a:latin typeface="Microsoft Sans Serif"/>
                <a:cs typeface="Microsoft Sans Serif"/>
              </a:rPr>
              <a:t> </a:t>
            </a:r>
            <a:r>
              <a:rPr sz="1600" dirty="0">
                <a:solidFill>
                  <a:srgbClr val="292929"/>
                </a:solidFill>
                <a:latin typeface="Microsoft Sans Serif"/>
                <a:cs typeface="Microsoft Sans Serif"/>
              </a:rPr>
              <a:t>v1.1</a:t>
            </a:r>
            <a:r>
              <a:rPr sz="1600" spc="50" dirty="0">
                <a:solidFill>
                  <a:srgbClr val="292929"/>
                </a:solidFill>
                <a:latin typeface="Microsoft Sans Serif"/>
                <a:cs typeface="Microsoft Sans Serif"/>
              </a:rPr>
              <a:t> </a:t>
            </a:r>
            <a:r>
              <a:rPr sz="1600" spc="-20" dirty="0">
                <a:solidFill>
                  <a:srgbClr val="292929"/>
                </a:solidFill>
                <a:latin typeface="Microsoft Sans Serif"/>
                <a:cs typeface="Microsoft Sans Serif"/>
              </a:rPr>
              <a:t>booster</a:t>
            </a:r>
            <a:r>
              <a:rPr sz="1600" spc="85" dirty="0">
                <a:solidFill>
                  <a:srgbClr val="292929"/>
                </a:solidFill>
                <a:latin typeface="Microsoft Sans Serif"/>
                <a:cs typeface="Microsoft Sans Serif"/>
              </a:rPr>
              <a:t> </a:t>
            </a:r>
            <a:r>
              <a:rPr sz="1600" spc="-45" dirty="0">
                <a:solidFill>
                  <a:srgbClr val="292929"/>
                </a:solidFill>
                <a:latin typeface="Microsoft Sans Serif"/>
                <a:cs typeface="Microsoft Sans Serif"/>
              </a:rPr>
              <a:t>is</a:t>
            </a:r>
            <a:r>
              <a:rPr sz="1600" spc="50" dirty="0">
                <a:solidFill>
                  <a:srgbClr val="292929"/>
                </a:solidFill>
                <a:latin typeface="Microsoft Sans Serif"/>
                <a:cs typeface="Microsoft Sans Serif"/>
              </a:rPr>
              <a:t> </a:t>
            </a:r>
            <a:r>
              <a:rPr sz="1600" spc="35" dirty="0">
                <a:solidFill>
                  <a:srgbClr val="292929"/>
                </a:solidFill>
                <a:latin typeface="Microsoft Sans Serif"/>
                <a:cs typeface="Microsoft Sans Serif"/>
              </a:rPr>
              <a:t>2,928</a:t>
            </a:r>
            <a:r>
              <a:rPr sz="1600" spc="65" dirty="0">
                <a:solidFill>
                  <a:srgbClr val="292929"/>
                </a:solidFill>
                <a:latin typeface="Microsoft Sans Serif"/>
                <a:cs typeface="Microsoft Sans Serif"/>
              </a:rPr>
              <a:t> </a:t>
            </a:r>
            <a:r>
              <a:rPr sz="1600" spc="-35" dirty="0">
                <a:solidFill>
                  <a:srgbClr val="292929"/>
                </a:solidFill>
                <a:latin typeface="Microsoft Sans Serif"/>
                <a:cs typeface="Microsoft Sans Serif"/>
              </a:rPr>
              <a:t>kg;</a:t>
            </a:r>
            <a:endParaRPr sz="16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600" spc="-110" dirty="0">
                <a:solidFill>
                  <a:srgbClr val="292929"/>
                </a:solidFill>
                <a:latin typeface="Microsoft Sans Serif"/>
                <a:cs typeface="Microsoft Sans Serif"/>
              </a:rPr>
              <a:t>The</a:t>
            </a:r>
            <a:r>
              <a:rPr sz="1600" spc="70" dirty="0">
                <a:solidFill>
                  <a:srgbClr val="292929"/>
                </a:solidFill>
                <a:latin typeface="Microsoft Sans Serif"/>
                <a:cs typeface="Microsoft Sans Serif"/>
              </a:rPr>
              <a:t> </a:t>
            </a:r>
            <a:r>
              <a:rPr sz="1600" dirty="0">
                <a:solidFill>
                  <a:srgbClr val="292929"/>
                </a:solidFill>
                <a:latin typeface="Microsoft Sans Serif"/>
                <a:cs typeface="Microsoft Sans Serif"/>
              </a:rPr>
              <a:t>first</a:t>
            </a:r>
            <a:r>
              <a:rPr sz="1600" spc="60" dirty="0">
                <a:solidFill>
                  <a:srgbClr val="292929"/>
                </a:solidFill>
                <a:latin typeface="Microsoft Sans Serif"/>
                <a:cs typeface="Microsoft Sans Serif"/>
              </a:rPr>
              <a:t> </a:t>
            </a:r>
            <a:r>
              <a:rPr sz="1600" spc="-95" dirty="0">
                <a:solidFill>
                  <a:srgbClr val="292929"/>
                </a:solidFill>
                <a:latin typeface="Microsoft Sans Serif"/>
                <a:cs typeface="Microsoft Sans Serif"/>
              </a:rPr>
              <a:t>success</a:t>
            </a:r>
            <a:r>
              <a:rPr sz="1600" spc="75" dirty="0">
                <a:solidFill>
                  <a:srgbClr val="292929"/>
                </a:solidFill>
                <a:latin typeface="Microsoft Sans Serif"/>
                <a:cs typeface="Microsoft Sans Serif"/>
              </a:rPr>
              <a:t> </a:t>
            </a:r>
            <a:r>
              <a:rPr sz="1600" spc="-25" dirty="0">
                <a:solidFill>
                  <a:srgbClr val="292929"/>
                </a:solidFill>
                <a:latin typeface="Microsoft Sans Serif"/>
                <a:cs typeface="Microsoft Sans Serif"/>
              </a:rPr>
              <a:t>landing</a:t>
            </a:r>
            <a:r>
              <a:rPr sz="1600" spc="114" dirty="0">
                <a:solidFill>
                  <a:srgbClr val="292929"/>
                </a:solidFill>
                <a:latin typeface="Microsoft Sans Serif"/>
                <a:cs typeface="Microsoft Sans Serif"/>
              </a:rPr>
              <a:t> </a:t>
            </a:r>
            <a:r>
              <a:rPr sz="1600" spc="-45" dirty="0">
                <a:solidFill>
                  <a:srgbClr val="292929"/>
                </a:solidFill>
                <a:latin typeface="Microsoft Sans Serif"/>
                <a:cs typeface="Microsoft Sans Serif"/>
              </a:rPr>
              <a:t>outcome</a:t>
            </a:r>
            <a:r>
              <a:rPr sz="1600" spc="75" dirty="0">
                <a:solidFill>
                  <a:srgbClr val="292929"/>
                </a:solidFill>
                <a:latin typeface="Microsoft Sans Serif"/>
                <a:cs typeface="Microsoft Sans Serif"/>
              </a:rPr>
              <a:t> </a:t>
            </a:r>
            <a:r>
              <a:rPr sz="1600" spc="-50" dirty="0">
                <a:solidFill>
                  <a:srgbClr val="292929"/>
                </a:solidFill>
                <a:latin typeface="Microsoft Sans Serif"/>
                <a:cs typeface="Microsoft Sans Serif"/>
              </a:rPr>
              <a:t>happened</a:t>
            </a:r>
            <a:r>
              <a:rPr sz="1600" spc="95" dirty="0">
                <a:solidFill>
                  <a:srgbClr val="292929"/>
                </a:solidFill>
                <a:latin typeface="Microsoft Sans Serif"/>
                <a:cs typeface="Microsoft Sans Serif"/>
              </a:rPr>
              <a:t> </a:t>
            </a:r>
            <a:r>
              <a:rPr sz="1600" spc="-15" dirty="0">
                <a:solidFill>
                  <a:srgbClr val="292929"/>
                </a:solidFill>
                <a:latin typeface="Microsoft Sans Serif"/>
                <a:cs typeface="Microsoft Sans Serif"/>
              </a:rPr>
              <a:t>in</a:t>
            </a:r>
            <a:r>
              <a:rPr sz="1600" spc="60" dirty="0">
                <a:solidFill>
                  <a:srgbClr val="292929"/>
                </a:solidFill>
                <a:latin typeface="Microsoft Sans Serif"/>
                <a:cs typeface="Microsoft Sans Serif"/>
              </a:rPr>
              <a:t> </a:t>
            </a:r>
            <a:r>
              <a:rPr sz="1600" spc="65" dirty="0">
                <a:solidFill>
                  <a:srgbClr val="292929"/>
                </a:solidFill>
                <a:latin typeface="Microsoft Sans Serif"/>
                <a:cs typeface="Microsoft Sans Serif"/>
              </a:rPr>
              <a:t>2015</a:t>
            </a:r>
            <a:r>
              <a:rPr sz="1600" spc="70" dirty="0">
                <a:solidFill>
                  <a:srgbClr val="292929"/>
                </a:solidFill>
                <a:latin typeface="Microsoft Sans Serif"/>
                <a:cs typeface="Microsoft Sans Serif"/>
              </a:rPr>
              <a:t> </a:t>
            </a:r>
            <a:r>
              <a:rPr sz="1600" spc="-25" dirty="0">
                <a:solidFill>
                  <a:srgbClr val="292929"/>
                </a:solidFill>
                <a:latin typeface="Microsoft Sans Serif"/>
                <a:cs typeface="Microsoft Sans Serif"/>
              </a:rPr>
              <a:t>fiver</a:t>
            </a:r>
            <a:r>
              <a:rPr sz="1600" spc="85" dirty="0">
                <a:solidFill>
                  <a:srgbClr val="292929"/>
                </a:solidFill>
                <a:latin typeface="Microsoft Sans Serif"/>
                <a:cs typeface="Microsoft Sans Serif"/>
              </a:rPr>
              <a:t> </a:t>
            </a:r>
            <a:r>
              <a:rPr sz="1600" spc="-60" dirty="0">
                <a:solidFill>
                  <a:srgbClr val="292929"/>
                </a:solidFill>
                <a:latin typeface="Microsoft Sans Serif"/>
                <a:cs typeface="Microsoft Sans Serif"/>
              </a:rPr>
              <a:t>year</a:t>
            </a:r>
            <a:r>
              <a:rPr sz="1600" spc="65" dirty="0">
                <a:solidFill>
                  <a:srgbClr val="292929"/>
                </a:solidFill>
                <a:latin typeface="Microsoft Sans Serif"/>
                <a:cs typeface="Microsoft Sans Serif"/>
              </a:rPr>
              <a:t> </a:t>
            </a:r>
            <a:r>
              <a:rPr sz="1600" spc="-30" dirty="0">
                <a:solidFill>
                  <a:srgbClr val="292929"/>
                </a:solidFill>
                <a:latin typeface="Microsoft Sans Serif"/>
                <a:cs typeface="Microsoft Sans Serif"/>
              </a:rPr>
              <a:t>after</a:t>
            </a:r>
            <a:r>
              <a:rPr sz="1600" spc="65" dirty="0">
                <a:solidFill>
                  <a:srgbClr val="292929"/>
                </a:solidFill>
                <a:latin typeface="Microsoft Sans Serif"/>
                <a:cs typeface="Microsoft Sans Serif"/>
              </a:rPr>
              <a:t> </a:t>
            </a:r>
            <a:r>
              <a:rPr sz="1600" spc="-25" dirty="0">
                <a:solidFill>
                  <a:srgbClr val="292929"/>
                </a:solidFill>
                <a:latin typeface="Microsoft Sans Serif"/>
                <a:cs typeface="Microsoft Sans Serif"/>
              </a:rPr>
              <a:t>the</a:t>
            </a:r>
            <a:r>
              <a:rPr sz="1600" spc="75" dirty="0">
                <a:solidFill>
                  <a:srgbClr val="292929"/>
                </a:solidFill>
                <a:latin typeface="Microsoft Sans Serif"/>
                <a:cs typeface="Microsoft Sans Serif"/>
              </a:rPr>
              <a:t> </a:t>
            </a:r>
            <a:r>
              <a:rPr sz="1600" dirty="0">
                <a:solidFill>
                  <a:srgbClr val="292929"/>
                </a:solidFill>
                <a:latin typeface="Microsoft Sans Serif"/>
                <a:cs typeface="Microsoft Sans Serif"/>
              </a:rPr>
              <a:t>first</a:t>
            </a:r>
            <a:r>
              <a:rPr sz="1600" spc="60" dirty="0">
                <a:solidFill>
                  <a:srgbClr val="292929"/>
                </a:solidFill>
                <a:latin typeface="Microsoft Sans Serif"/>
                <a:cs typeface="Microsoft Sans Serif"/>
              </a:rPr>
              <a:t> </a:t>
            </a:r>
            <a:r>
              <a:rPr sz="1600" spc="-65" dirty="0">
                <a:solidFill>
                  <a:srgbClr val="292929"/>
                </a:solidFill>
                <a:latin typeface="Microsoft Sans Serif"/>
                <a:cs typeface="Microsoft Sans Serif"/>
              </a:rPr>
              <a:t>launch;</a:t>
            </a:r>
            <a:endParaRPr sz="16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600" spc="-85" dirty="0">
                <a:solidFill>
                  <a:srgbClr val="292929"/>
                </a:solidFill>
                <a:latin typeface="Microsoft Sans Serif"/>
                <a:cs typeface="Microsoft Sans Serif"/>
              </a:rPr>
              <a:t>Many</a:t>
            </a:r>
            <a:r>
              <a:rPr sz="1600" spc="100" dirty="0">
                <a:solidFill>
                  <a:srgbClr val="292929"/>
                </a:solidFill>
                <a:latin typeface="Microsoft Sans Serif"/>
                <a:cs typeface="Microsoft Sans Serif"/>
              </a:rPr>
              <a:t> </a:t>
            </a:r>
            <a:r>
              <a:rPr sz="1600" spc="-65" dirty="0">
                <a:solidFill>
                  <a:srgbClr val="292929"/>
                </a:solidFill>
                <a:latin typeface="Microsoft Sans Serif"/>
                <a:cs typeface="Microsoft Sans Serif"/>
              </a:rPr>
              <a:t>Falcon</a:t>
            </a:r>
            <a:r>
              <a:rPr sz="1600" spc="90" dirty="0">
                <a:solidFill>
                  <a:srgbClr val="292929"/>
                </a:solidFill>
                <a:latin typeface="Microsoft Sans Serif"/>
                <a:cs typeface="Microsoft Sans Serif"/>
              </a:rPr>
              <a:t> </a:t>
            </a:r>
            <a:r>
              <a:rPr sz="1600" spc="75" dirty="0">
                <a:solidFill>
                  <a:srgbClr val="292929"/>
                </a:solidFill>
                <a:latin typeface="Microsoft Sans Serif"/>
                <a:cs typeface="Microsoft Sans Serif"/>
              </a:rPr>
              <a:t>9</a:t>
            </a:r>
            <a:r>
              <a:rPr sz="1600" spc="70" dirty="0">
                <a:solidFill>
                  <a:srgbClr val="292929"/>
                </a:solidFill>
                <a:latin typeface="Microsoft Sans Serif"/>
                <a:cs typeface="Microsoft Sans Serif"/>
              </a:rPr>
              <a:t> </a:t>
            </a:r>
            <a:r>
              <a:rPr sz="1600" spc="-20" dirty="0">
                <a:solidFill>
                  <a:srgbClr val="292929"/>
                </a:solidFill>
                <a:latin typeface="Microsoft Sans Serif"/>
                <a:cs typeface="Microsoft Sans Serif"/>
              </a:rPr>
              <a:t>booster</a:t>
            </a:r>
            <a:r>
              <a:rPr sz="1600" spc="70" dirty="0">
                <a:solidFill>
                  <a:srgbClr val="292929"/>
                </a:solidFill>
                <a:latin typeface="Microsoft Sans Serif"/>
                <a:cs typeface="Microsoft Sans Serif"/>
              </a:rPr>
              <a:t> </a:t>
            </a:r>
            <a:r>
              <a:rPr sz="1600" spc="-50" dirty="0">
                <a:solidFill>
                  <a:srgbClr val="292929"/>
                </a:solidFill>
                <a:latin typeface="Microsoft Sans Serif"/>
                <a:cs typeface="Microsoft Sans Serif"/>
              </a:rPr>
              <a:t>versions</a:t>
            </a:r>
            <a:r>
              <a:rPr sz="1600" spc="80" dirty="0">
                <a:solidFill>
                  <a:srgbClr val="292929"/>
                </a:solidFill>
                <a:latin typeface="Microsoft Sans Serif"/>
                <a:cs typeface="Microsoft Sans Serif"/>
              </a:rPr>
              <a:t> </a:t>
            </a:r>
            <a:r>
              <a:rPr sz="1600" spc="-50" dirty="0">
                <a:solidFill>
                  <a:srgbClr val="292929"/>
                </a:solidFill>
                <a:latin typeface="Microsoft Sans Serif"/>
                <a:cs typeface="Microsoft Sans Serif"/>
              </a:rPr>
              <a:t>were</a:t>
            </a:r>
            <a:r>
              <a:rPr sz="1600" spc="40" dirty="0">
                <a:solidFill>
                  <a:srgbClr val="292929"/>
                </a:solidFill>
                <a:latin typeface="Microsoft Sans Serif"/>
                <a:cs typeface="Microsoft Sans Serif"/>
              </a:rPr>
              <a:t> </a:t>
            </a:r>
            <a:r>
              <a:rPr sz="1600" spc="-70" dirty="0">
                <a:solidFill>
                  <a:srgbClr val="292929"/>
                </a:solidFill>
                <a:latin typeface="Microsoft Sans Serif"/>
                <a:cs typeface="Microsoft Sans Serif"/>
              </a:rPr>
              <a:t>successful</a:t>
            </a:r>
            <a:r>
              <a:rPr sz="1600" spc="95" dirty="0">
                <a:solidFill>
                  <a:srgbClr val="292929"/>
                </a:solidFill>
                <a:latin typeface="Microsoft Sans Serif"/>
                <a:cs typeface="Microsoft Sans Serif"/>
              </a:rPr>
              <a:t> </a:t>
            </a:r>
            <a:r>
              <a:rPr sz="1600" spc="-20" dirty="0">
                <a:solidFill>
                  <a:srgbClr val="292929"/>
                </a:solidFill>
                <a:latin typeface="Microsoft Sans Serif"/>
                <a:cs typeface="Microsoft Sans Serif"/>
              </a:rPr>
              <a:t>at</a:t>
            </a:r>
            <a:r>
              <a:rPr sz="1600" spc="75" dirty="0">
                <a:solidFill>
                  <a:srgbClr val="292929"/>
                </a:solidFill>
                <a:latin typeface="Microsoft Sans Serif"/>
                <a:cs typeface="Microsoft Sans Serif"/>
              </a:rPr>
              <a:t> </a:t>
            </a:r>
            <a:r>
              <a:rPr sz="1600" spc="-25" dirty="0">
                <a:solidFill>
                  <a:srgbClr val="292929"/>
                </a:solidFill>
                <a:latin typeface="Microsoft Sans Serif"/>
                <a:cs typeface="Microsoft Sans Serif"/>
              </a:rPr>
              <a:t>landing</a:t>
            </a:r>
            <a:r>
              <a:rPr sz="1600" spc="100" dirty="0">
                <a:solidFill>
                  <a:srgbClr val="292929"/>
                </a:solidFill>
                <a:latin typeface="Microsoft Sans Serif"/>
                <a:cs typeface="Microsoft Sans Serif"/>
              </a:rPr>
              <a:t> </a:t>
            </a:r>
            <a:r>
              <a:rPr sz="1600" spc="-15" dirty="0">
                <a:solidFill>
                  <a:srgbClr val="292929"/>
                </a:solidFill>
                <a:latin typeface="Microsoft Sans Serif"/>
                <a:cs typeface="Microsoft Sans Serif"/>
              </a:rPr>
              <a:t>in</a:t>
            </a:r>
            <a:r>
              <a:rPr sz="1600" spc="60" dirty="0">
                <a:solidFill>
                  <a:srgbClr val="292929"/>
                </a:solidFill>
                <a:latin typeface="Microsoft Sans Serif"/>
                <a:cs typeface="Microsoft Sans Serif"/>
              </a:rPr>
              <a:t> </a:t>
            </a:r>
            <a:r>
              <a:rPr sz="1600" spc="-25" dirty="0">
                <a:solidFill>
                  <a:srgbClr val="292929"/>
                </a:solidFill>
                <a:latin typeface="Microsoft Sans Serif"/>
                <a:cs typeface="Microsoft Sans Serif"/>
              </a:rPr>
              <a:t>drone</a:t>
            </a:r>
            <a:r>
              <a:rPr sz="1600" spc="80" dirty="0">
                <a:solidFill>
                  <a:srgbClr val="292929"/>
                </a:solidFill>
                <a:latin typeface="Microsoft Sans Serif"/>
                <a:cs typeface="Microsoft Sans Serif"/>
              </a:rPr>
              <a:t> </a:t>
            </a:r>
            <a:r>
              <a:rPr sz="1600" spc="-50" dirty="0">
                <a:solidFill>
                  <a:srgbClr val="292929"/>
                </a:solidFill>
                <a:latin typeface="Microsoft Sans Serif"/>
                <a:cs typeface="Microsoft Sans Serif"/>
              </a:rPr>
              <a:t>ships</a:t>
            </a:r>
            <a:r>
              <a:rPr sz="1600" spc="75" dirty="0">
                <a:solidFill>
                  <a:srgbClr val="292929"/>
                </a:solidFill>
                <a:latin typeface="Microsoft Sans Serif"/>
                <a:cs typeface="Microsoft Sans Serif"/>
              </a:rPr>
              <a:t> </a:t>
            </a:r>
            <a:r>
              <a:rPr sz="1600" spc="-45" dirty="0">
                <a:solidFill>
                  <a:srgbClr val="292929"/>
                </a:solidFill>
                <a:latin typeface="Microsoft Sans Serif"/>
                <a:cs typeface="Microsoft Sans Serif"/>
              </a:rPr>
              <a:t>having</a:t>
            </a:r>
            <a:r>
              <a:rPr sz="1600" spc="100" dirty="0">
                <a:solidFill>
                  <a:srgbClr val="292929"/>
                </a:solidFill>
                <a:latin typeface="Microsoft Sans Serif"/>
                <a:cs typeface="Microsoft Sans Serif"/>
              </a:rPr>
              <a:t> </a:t>
            </a:r>
            <a:r>
              <a:rPr sz="1600" spc="-40" dirty="0">
                <a:solidFill>
                  <a:srgbClr val="292929"/>
                </a:solidFill>
                <a:latin typeface="Microsoft Sans Serif"/>
                <a:cs typeface="Microsoft Sans Serif"/>
              </a:rPr>
              <a:t>payload</a:t>
            </a:r>
            <a:r>
              <a:rPr sz="1600" spc="90" dirty="0">
                <a:solidFill>
                  <a:srgbClr val="292929"/>
                </a:solidFill>
                <a:latin typeface="Microsoft Sans Serif"/>
                <a:cs typeface="Microsoft Sans Serif"/>
              </a:rPr>
              <a:t> </a:t>
            </a:r>
            <a:r>
              <a:rPr sz="1600" spc="-55" dirty="0">
                <a:solidFill>
                  <a:srgbClr val="292929"/>
                </a:solidFill>
                <a:latin typeface="Microsoft Sans Serif"/>
                <a:cs typeface="Microsoft Sans Serif"/>
              </a:rPr>
              <a:t>above</a:t>
            </a:r>
            <a:r>
              <a:rPr sz="1600" spc="65" dirty="0">
                <a:solidFill>
                  <a:srgbClr val="292929"/>
                </a:solidFill>
                <a:latin typeface="Microsoft Sans Serif"/>
                <a:cs typeface="Microsoft Sans Serif"/>
              </a:rPr>
              <a:t> </a:t>
            </a:r>
            <a:r>
              <a:rPr sz="1600" spc="-25" dirty="0">
                <a:solidFill>
                  <a:srgbClr val="292929"/>
                </a:solidFill>
                <a:latin typeface="Microsoft Sans Serif"/>
                <a:cs typeface="Microsoft Sans Serif"/>
              </a:rPr>
              <a:t>the</a:t>
            </a:r>
            <a:r>
              <a:rPr sz="1600" spc="75" dirty="0">
                <a:solidFill>
                  <a:srgbClr val="292929"/>
                </a:solidFill>
                <a:latin typeface="Microsoft Sans Serif"/>
                <a:cs typeface="Microsoft Sans Serif"/>
              </a:rPr>
              <a:t> </a:t>
            </a:r>
            <a:r>
              <a:rPr sz="1600" spc="-65" dirty="0">
                <a:solidFill>
                  <a:srgbClr val="292929"/>
                </a:solidFill>
                <a:latin typeface="Microsoft Sans Serif"/>
                <a:cs typeface="Microsoft Sans Serif"/>
              </a:rPr>
              <a:t>average;</a:t>
            </a:r>
            <a:endParaRPr sz="16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600" spc="-30" dirty="0">
                <a:solidFill>
                  <a:srgbClr val="292929"/>
                </a:solidFill>
                <a:latin typeface="Microsoft Sans Serif"/>
                <a:cs typeface="Microsoft Sans Serif"/>
              </a:rPr>
              <a:t>Almost</a:t>
            </a:r>
            <a:r>
              <a:rPr sz="1600" spc="65" dirty="0">
                <a:solidFill>
                  <a:srgbClr val="292929"/>
                </a:solidFill>
                <a:latin typeface="Microsoft Sans Serif"/>
                <a:cs typeface="Microsoft Sans Serif"/>
              </a:rPr>
              <a:t> </a:t>
            </a:r>
            <a:r>
              <a:rPr sz="1600" spc="55" dirty="0">
                <a:solidFill>
                  <a:srgbClr val="292929"/>
                </a:solidFill>
                <a:latin typeface="Microsoft Sans Serif"/>
                <a:cs typeface="Microsoft Sans Serif"/>
              </a:rPr>
              <a:t>100%</a:t>
            </a:r>
            <a:r>
              <a:rPr sz="1600" spc="80" dirty="0">
                <a:solidFill>
                  <a:srgbClr val="292929"/>
                </a:solidFill>
                <a:latin typeface="Microsoft Sans Serif"/>
                <a:cs typeface="Microsoft Sans Serif"/>
              </a:rPr>
              <a:t> </a:t>
            </a:r>
            <a:r>
              <a:rPr sz="1600" spc="-5" dirty="0">
                <a:solidFill>
                  <a:srgbClr val="292929"/>
                </a:solidFill>
                <a:latin typeface="Microsoft Sans Serif"/>
                <a:cs typeface="Microsoft Sans Serif"/>
              </a:rPr>
              <a:t>of</a:t>
            </a:r>
            <a:r>
              <a:rPr sz="1600" spc="60" dirty="0">
                <a:solidFill>
                  <a:srgbClr val="292929"/>
                </a:solidFill>
                <a:latin typeface="Microsoft Sans Serif"/>
                <a:cs typeface="Microsoft Sans Serif"/>
              </a:rPr>
              <a:t> </a:t>
            </a:r>
            <a:r>
              <a:rPr sz="1600" spc="-50" dirty="0">
                <a:solidFill>
                  <a:srgbClr val="292929"/>
                </a:solidFill>
                <a:latin typeface="Microsoft Sans Serif"/>
                <a:cs typeface="Microsoft Sans Serif"/>
              </a:rPr>
              <a:t>mission</a:t>
            </a:r>
            <a:r>
              <a:rPr sz="1600" spc="75" dirty="0">
                <a:solidFill>
                  <a:srgbClr val="292929"/>
                </a:solidFill>
                <a:latin typeface="Microsoft Sans Serif"/>
                <a:cs typeface="Microsoft Sans Serif"/>
              </a:rPr>
              <a:t> </a:t>
            </a:r>
            <a:r>
              <a:rPr sz="1600" spc="-50" dirty="0">
                <a:solidFill>
                  <a:srgbClr val="292929"/>
                </a:solidFill>
                <a:latin typeface="Microsoft Sans Serif"/>
                <a:cs typeface="Microsoft Sans Serif"/>
              </a:rPr>
              <a:t>outcomes</a:t>
            </a:r>
            <a:r>
              <a:rPr sz="1600" spc="90" dirty="0">
                <a:solidFill>
                  <a:srgbClr val="292929"/>
                </a:solidFill>
                <a:latin typeface="Microsoft Sans Serif"/>
                <a:cs typeface="Microsoft Sans Serif"/>
              </a:rPr>
              <a:t> </a:t>
            </a:r>
            <a:r>
              <a:rPr sz="1600" spc="-50" dirty="0">
                <a:solidFill>
                  <a:srgbClr val="292929"/>
                </a:solidFill>
                <a:latin typeface="Microsoft Sans Serif"/>
                <a:cs typeface="Microsoft Sans Serif"/>
              </a:rPr>
              <a:t>were</a:t>
            </a:r>
            <a:r>
              <a:rPr sz="1600" spc="55" dirty="0">
                <a:solidFill>
                  <a:srgbClr val="292929"/>
                </a:solidFill>
                <a:latin typeface="Microsoft Sans Serif"/>
                <a:cs typeface="Microsoft Sans Serif"/>
              </a:rPr>
              <a:t> </a:t>
            </a:r>
            <a:r>
              <a:rPr sz="1600" spc="-75" dirty="0">
                <a:solidFill>
                  <a:srgbClr val="292929"/>
                </a:solidFill>
                <a:latin typeface="Microsoft Sans Serif"/>
                <a:cs typeface="Microsoft Sans Serif"/>
              </a:rPr>
              <a:t>successful;</a:t>
            </a:r>
            <a:endParaRPr sz="1600" dirty="0">
              <a:latin typeface="Microsoft Sans Serif"/>
              <a:cs typeface="Microsoft Sans Serif"/>
            </a:endParaRPr>
          </a:p>
          <a:p>
            <a:pPr marL="698500" lvl="1" indent="-228600">
              <a:lnSpc>
                <a:spcPct val="100000"/>
              </a:lnSpc>
              <a:spcBef>
                <a:spcPts val="1405"/>
              </a:spcBef>
              <a:buFont typeface="Arial MT"/>
              <a:buChar char="•"/>
              <a:tabLst>
                <a:tab pos="697865" algn="l"/>
                <a:tab pos="698500" algn="l"/>
              </a:tabLst>
            </a:pPr>
            <a:r>
              <a:rPr sz="1600" spc="-75" dirty="0">
                <a:solidFill>
                  <a:srgbClr val="292929"/>
                </a:solidFill>
                <a:latin typeface="Microsoft Sans Serif"/>
                <a:cs typeface="Microsoft Sans Serif"/>
              </a:rPr>
              <a:t>Two</a:t>
            </a:r>
            <a:r>
              <a:rPr sz="1600" spc="60" dirty="0">
                <a:solidFill>
                  <a:srgbClr val="292929"/>
                </a:solidFill>
                <a:latin typeface="Microsoft Sans Serif"/>
                <a:cs typeface="Microsoft Sans Serif"/>
              </a:rPr>
              <a:t> </a:t>
            </a:r>
            <a:r>
              <a:rPr sz="1600" spc="-20" dirty="0">
                <a:solidFill>
                  <a:srgbClr val="292929"/>
                </a:solidFill>
                <a:latin typeface="Microsoft Sans Serif"/>
                <a:cs typeface="Microsoft Sans Serif"/>
              </a:rPr>
              <a:t>booster</a:t>
            </a:r>
            <a:r>
              <a:rPr sz="1600" spc="85" dirty="0">
                <a:solidFill>
                  <a:srgbClr val="292929"/>
                </a:solidFill>
                <a:latin typeface="Microsoft Sans Serif"/>
                <a:cs typeface="Microsoft Sans Serif"/>
              </a:rPr>
              <a:t> </a:t>
            </a:r>
            <a:r>
              <a:rPr sz="1600" spc="-45" dirty="0">
                <a:solidFill>
                  <a:srgbClr val="292929"/>
                </a:solidFill>
                <a:latin typeface="Microsoft Sans Serif"/>
                <a:cs typeface="Microsoft Sans Serif"/>
              </a:rPr>
              <a:t>versions</a:t>
            </a:r>
            <a:r>
              <a:rPr sz="1600" spc="60" dirty="0">
                <a:solidFill>
                  <a:srgbClr val="292929"/>
                </a:solidFill>
                <a:latin typeface="Microsoft Sans Serif"/>
                <a:cs typeface="Microsoft Sans Serif"/>
              </a:rPr>
              <a:t> </a:t>
            </a:r>
            <a:r>
              <a:rPr sz="1600" spc="-35" dirty="0">
                <a:solidFill>
                  <a:srgbClr val="292929"/>
                </a:solidFill>
                <a:latin typeface="Microsoft Sans Serif"/>
                <a:cs typeface="Microsoft Sans Serif"/>
              </a:rPr>
              <a:t>failed</a:t>
            </a:r>
            <a:r>
              <a:rPr sz="1600" spc="90" dirty="0">
                <a:solidFill>
                  <a:srgbClr val="292929"/>
                </a:solidFill>
                <a:latin typeface="Microsoft Sans Serif"/>
                <a:cs typeface="Microsoft Sans Serif"/>
              </a:rPr>
              <a:t> </a:t>
            </a:r>
            <a:r>
              <a:rPr sz="1600" spc="-20" dirty="0">
                <a:solidFill>
                  <a:srgbClr val="292929"/>
                </a:solidFill>
                <a:latin typeface="Microsoft Sans Serif"/>
                <a:cs typeface="Microsoft Sans Serif"/>
              </a:rPr>
              <a:t>at</a:t>
            </a:r>
            <a:r>
              <a:rPr sz="1600" spc="75" dirty="0">
                <a:solidFill>
                  <a:srgbClr val="292929"/>
                </a:solidFill>
                <a:latin typeface="Microsoft Sans Serif"/>
                <a:cs typeface="Microsoft Sans Serif"/>
              </a:rPr>
              <a:t> </a:t>
            </a:r>
            <a:r>
              <a:rPr sz="1600" spc="-25" dirty="0">
                <a:solidFill>
                  <a:srgbClr val="292929"/>
                </a:solidFill>
                <a:latin typeface="Microsoft Sans Serif"/>
                <a:cs typeface="Microsoft Sans Serif"/>
              </a:rPr>
              <a:t>landing</a:t>
            </a:r>
            <a:r>
              <a:rPr sz="1600" spc="95" dirty="0">
                <a:solidFill>
                  <a:srgbClr val="292929"/>
                </a:solidFill>
                <a:latin typeface="Microsoft Sans Serif"/>
                <a:cs typeface="Microsoft Sans Serif"/>
              </a:rPr>
              <a:t> </a:t>
            </a:r>
            <a:r>
              <a:rPr sz="1600" spc="-15" dirty="0">
                <a:solidFill>
                  <a:srgbClr val="292929"/>
                </a:solidFill>
                <a:latin typeface="Microsoft Sans Serif"/>
                <a:cs typeface="Microsoft Sans Serif"/>
              </a:rPr>
              <a:t>in</a:t>
            </a:r>
            <a:r>
              <a:rPr sz="1600" spc="60" dirty="0">
                <a:solidFill>
                  <a:srgbClr val="292929"/>
                </a:solidFill>
                <a:latin typeface="Microsoft Sans Serif"/>
                <a:cs typeface="Microsoft Sans Serif"/>
              </a:rPr>
              <a:t> </a:t>
            </a:r>
            <a:r>
              <a:rPr sz="1600" spc="-25" dirty="0">
                <a:solidFill>
                  <a:srgbClr val="292929"/>
                </a:solidFill>
                <a:latin typeface="Microsoft Sans Serif"/>
                <a:cs typeface="Microsoft Sans Serif"/>
              </a:rPr>
              <a:t>drone</a:t>
            </a:r>
            <a:r>
              <a:rPr sz="1600" spc="75" dirty="0">
                <a:solidFill>
                  <a:srgbClr val="292929"/>
                </a:solidFill>
                <a:latin typeface="Microsoft Sans Serif"/>
                <a:cs typeface="Microsoft Sans Serif"/>
              </a:rPr>
              <a:t> </a:t>
            </a:r>
            <a:r>
              <a:rPr sz="1600" spc="-50" dirty="0">
                <a:solidFill>
                  <a:srgbClr val="292929"/>
                </a:solidFill>
                <a:latin typeface="Microsoft Sans Serif"/>
                <a:cs typeface="Microsoft Sans Serif"/>
              </a:rPr>
              <a:t>ships</a:t>
            </a:r>
            <a:r>
              <a:rPr sz="1600" spc="75" dirty="0">
                <a:solidFill>
                  <a:srgbClr val="292929"/>
                </a:solidFill>
                <a:latin typeface="Microsoft Sans Serif"/>
                <a:cs typeface="Microsoft Sans Serif"/>
              </a:rPr>
              <a:t> </a:t>
            </a:r>
            <a:r>
              <a:rPr sz="1600" spc="-15" dirty="0">
                <a:solidFill>
                  <a:srgbClr val="292929"/>
                </a:solidFill>
                <a:latin typeface="Microsoft Sans Serif"/>
                <a:cs typeface="Microsoft Sans Serif"/>
              </a:rPr>
              <a:t>in</a:t>
            </a:r>
            <a:r>
              <a:rPr sz="1600" spc="80" dirty="0">
                <a:solidFill>
                  <a:srgbClr val="292929"/>
                </a:solidFill>
                <a:latin typeface="Microsoft Sans Serif"/>
                <a:cs typeface="Microsoft Sans Serif"/>
              </a:rPr>
              <a:t> </a:t>
            </a:r>
            <a:r>
              <a:rPr sz="1600" spc="35" dirty="0">
                <a:solidFill>
                  <a:srgbClr val="292929"/>
                </a:solidFill>
                <a:latin typeface="Microsoft Sans Serif"/>
                <a:cs typeface="Microsoft Sans Serif"/>
              </a:rPr>
              <a:t>2015:</a:t>
            </a:r>
            <a:r>
              <a:rPr sz="1600" spc="70" dirty="0">
                <a:solidFill>
                  <a:srgbClr val="292929"/>
                </a:solidFill>
                <a:latin typeface="Microsoft Sans Serif"/>
                <a:cs typeface="Microsoft Sans Serif"/>
              </a:rPr>
              <a:t> </a:t>
            </a:r>
            <a:r>
              <a:rPr sz="1600" spc="-35" dirty="0">
                <a:solidFill>
                  <a:srgbClr val="292929"/>
                </a:solidFill>
                <a:latin typeface="Microsoft Sans Serif"/>
                <a:cs typeface="Microsoft Sans Serif"/>
              </a:rPr>
              <a:t>F9</a:t>
            </a:r>
            <a:r>
              <a:rPr sz="1600" spc="70" dirty="0">
                <a:solidFill>
                  <a:srgbClr val="292929"/>
                </a:solidFill>
                <a:latin typeface="Microsoft Sans Serif"/>
                <a:cs typeface="Microsoft Sans Serif"/>
              </a:rPr>
              <a:t> </a:t>
            </a:r>
            <a:r>
              <a:rPr sz="1600" dirty="0">
                <a:solidFill>
                  <a:srgbClr val="292929"/>
                </a:solidFill>
                <a:latin typeface="Microsoft Sans Serif"/>
                <a:cs typeface="Microsoft Sans Serif"/>
              </a:rPr>
              <a:t>v1.1</a:t>
            </a:r>
            <a:r>
              <a:rPr sz="1600" spc="55" dirty="0">
                <a:solidFill>
                  <a:srgbClr val="292929"/>
                </a:solidFill>
                <a:latin typeface="Microsoft Sans Serif"/>
                <a:cs typeface="Microsoft Sans Serif"/>
              </a:rPr>
              <a:t> </a:t>
            </a:r>
            <a:r>
              <a:rPr sz="1600" spc="30" dirty="0">
                <a:solidFill>
                  <a:srgbClr val="292929"/>
                </a:solidFill>
                <a:latin typeface="Microsoft Sans Serif"/>
                <a:cs typeface="Microsoft Sans Serif"/>
              </a:rPr>
              <a:t>B1012</a:t>
            </a:r>
            <a:r>
              <a:rPr sz="1600" spc="70" dirty="0">
                <a:solidFill>
                  <a:srgbClr val="292929"/>
                </a:solidFill>
                <a:latin typeface="Microsoft Sans Serif"/>
                <a:cs typeface="Microsoft Sans Serif"/>
              </a:rPr>
              <a:t> </a:t>
            </a:r>
            <a:r>
              <a:rPr sz="1600" spc="-55" dirty="0">
                <a:solidFill>
                  <a:srgbClr val="292929"/>
                </a:solidFill>
                <a:latin typeface="Microsoft Sans Serif"/>
                <a:cs typeface="Microsoft Sans Serif"/>
              </a:rPr>
              <a:t>and</a:t>
            </a:r>
            <a:r>
              <a:rPr sz="1600" spc="75" dirty="0">
                <a:solidFill>
                  <a:srgbClr val="292929"/>
                </a:solidFill>
                <a:latin typeface="Microsoft Sans Serif"/>
                <a:cs typeface="Microsoft Sans Serif"/>
              </a:rPr>
              <a:t> </a:t>
            </a:r>
            <a:r>
              <a:rPr sz="1600" spc="-35" dirty="0">
                <a:solidFill>
                  <a:srgbClr val="292929"/>
                </a:solidFill>
                <a:latin typeface="Microsoft Sans Serif"/>
                <a:cs typeface="Microsoft Sans Serif"/>
              </a:rPr>
              <a:t>F9</a:t>
            </a:r>
            <a:r>
              <a:rPr sz="1600" spc="70" dirty="0">
                <a:solidFill>
                  <a:srgbClr val="292929"/>
                </a:solidFill>
                <a:latin typeface="Microsoft Sans Serif"/>
                <a:cs typeface="Microsoft Sans Serif"/>
              </a:rPr>
              <a:t> </a:t>
            </a:r>
            <a:r>
              <a:rPr sz="1600" dirty="0">
                <a:solidFill>
                  <a:srgbClr val="292929"/>
                </a:solidFill>
                <a:latin typeface="Microsoft Sans Serif"/>
                <a:cs typeface="Microsoft Sans Serif"/>
              </a:rPr>
              <a:t>v1.1</a:t>
            </a:r>
            <a:r>
              <a:rPr sz="1600" spc="55" dirty="0">
                <a:solidFill>
                  <a:srgbClr val="292929"/>
                </a:solidFill>
                <a:latin typeface="Microsoft Sans Serif"/>
                <a:cs typeface="Microsoft Sans Serif"/>
              </a:rPr>
              <a:t> </a:t>
            </a:r>
            <a:r>
              <a:rPr sz="1600" spc="10" dirty="0">
                <a:solidFill>
                  <a:srgbClr val="292929"/>
                </a:solidFill>
                <a:latin typeface="Microsoft Sans Serif"/>
                <a:cs typeface="Microsoft Sans Serif"/>
              </a:rPr>
              <a:t>B1015;</a:t>
            </a:r>
            <a:endParaRPr sz="16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600" spc="-110" dirty="0">
                <a:solidFill>
                  <a:srgbClr val="292929"/>
                </a:solidFill>
                <a:latin typeface="Microsoft Sans Serif"/>
                <a:cs typeface="Microsoft Sans Serif"/>
              </a:rPr>
              <a:t>The</a:t>
            </a:r>
            <a:r>
              <a:rPr sz="1600" spc="70" dirty="0">
                <a:solidFill>
                  <a:srgbClr val="292929"/>
                </a:solidFill>
                <a:latin typeface="Microsoft Sans Serif"/>
                <a:cs typeface="Microsoft Sans Serif"/>
              </a:rPr>
              <a:t> </a:t>
            </a:r>
            <a:r>
              <a:rPr sz="1600" spc="-45" dirty="0">
                <a:solidFill>
                  <a:srgbClr val="292929"/>
                </a:solidFill>
                <a:latin typeface="Microsoft Sans Serif"/>
                <a:cs typeface="Microsoft Sans Serif"/>
              </a:rPr>
              <a:t>number</a:t>
            </a:r>
            <a:r>
              <a:rPr sz="1600" spc="80" dirty="0">
                <a:solidFill>
                  <a:srgbClr val="292929"/>
                </a:solidFill>
                <a:latin typeface="Microsoft Sans Serif"/>
                <a:cs typeface="Microsoft Sans Serif"/>
              </a:rPr>
              <a:t> </a:t>
            </a:r>
            <a:r>
              <a:rPr sz="1600" spc="-5" dirty="0">
                <a:solidFill>
                  <a:srgbClr val="292929"/>
                </a:solidFill>
                <a:latin typeface="Microsoft Sans Serif"/>
                <a:cs typeface="Microsoft Sans Serif"/>
              </a:rPr>
              <a:t>of</a:t>
            </a:r>
            <a:r>
              <a:rPr sz="1600" spc="80" dirty="0">
                <a:solidFill>
                  <a:srgbClr val="292929"/>
                </a:solidFill>
                <a:latin typeface="Microsoft Sans Serif"/>
                <a:cs typeface="Microsoft Sans Serif"/>
              </a:rPr>
              <a:t> </a:t>
            </a:r>
            <a:r>
              <a:rPr sz="1600" spc="-25" dirty="0">
                <a:solidFill>
                  <a:srgbClr val="292929"/>
                </a:solidFill>
                <a:latin typeface="Microsoft Sans Serif"/>
                <a:cs typeface="Microsoft Sans Serif"/>
              </a:rPr>
              <a:t>landing</a:t>
            </a:r>
            <a:r>
              <a:rPr sz="1600" spc="90" dirty="0">
                <a:solidFill>
                  <a:srgbClr val="292929"/>
                </a:solidFill>
                <a:latin typeface="Microsoft Sans Serif"/>
                <a:cs typeface="Microsoft Sans Serif"/>
              </a:rPr>
              <a:t> </a:t>
            </a:r>
            <a:r>
              <a:rPr sz="1600" spc="-50" dirty="0">
                <a:solidFill>
                  <a:srgbClr val="292929"/>
                </a:solidFill>
                <a:latin typeface="Microsoft Sans Serif"/>
                <a:cs typeface="Microsoft Sans Serif"/>
              </a:rPr>
              <a:t>outcomes</a:t>
            </a:r>
            <a:r>
              <a:rPr sz="1600" spc="90" dirty="0">
                <a:solidFill>
                  <a:srgbClr val="292929"/>
                </a:solidFill>
                <a:latin typeface="Microsoft Sans Serif"/>
                <a:cs typeface="Microsoft Sans Serif"/>
              </a:rPr>
              <a:t> </a:t>
            </a:r>
            <a:r>
              <a:rPr sz="1600" spc="-80" dirty="0">
                <a:solidFill>
                  <a:srgbClr val="292929"/>
                </a:solidFill>
                <a:latin typeface="Microsoft Sans Serif"/>
                <a:cs typeface="Microsoft Sans Serif"/>
              </a:rPr>
              <a:t>became</a:t>
            </a:r>
            <a:r>
              <a:rPr sz="1600" spc="70" dirty="0">
                <a:solidFill>
                  <a:srgbClr val="292929"/>
                </a:solidFill>
                <a:latin typeface="Microsoft Sans Serif"/>
                <a:cs typeface="Microsoft Sans Serif"/>
              </a:rPr>
              <a:t> </a:t>
            </a:r>
            <a:r>
              <a:rPr sz="1600" spc="-105" dirty="0">
                <a:solidFill>
                  <a:srgbClr val="292929"/>
                </a:solidFill>
                <a:latin typeface="Microsoft Sans Serif"/>
                <a:cs typeface="Microsoft Sans Serif"/>
              </a:rPr>
              <a:t>as</a:t>
            </a:r>
            <a:r>
              <a:rPr sz="1600" spc="70" dirty="0">
                <a:solidFill>
                  <a:srgbClr val="292929"/>
                </a:solidFill>
                <a:latin typeface="Microsoft Sans Serif"/>
                <a:cs typeface="Microsoft Sans Serif"/>
              </a:rPr>
              <a:t> </a:t>
            </a:r>
            <a:r>
              <a:rPr sz="1600" spc="-5" dirty="0">
                <a:solidFill>
                  <a:srgbClr val="292929"/>
                </a:solidFill>
                <a:latin typeface="Microsoft Sans Serif"/>
                <a:cs typeface="Microsoft Sans Serif"/>
              </a:rPr>
              <a:t>better</a:t>
            </a:r>
            <a:r>
              <a:rPr sz="1600" spc="40" dirty="0">
                <a:solidFill>
                  <a:srgbClr val="292929"/>
                </a:solidFill>
                <a:latin typeface="Microsoft Sans Serif"/>
                <a:cs typeface="Microsoft Sans Serif"/>
              </a:rPr>
              <a:t> </a:t>
            </a:r>
            <a:r>
              <a:rPr sz="1600" spc="-105" dirty="0">
                <a:solidFill>
                  <a:srgbClr val="292929"/>
                </a:solidFill>
                <a:latin typeface="Microsoft Sans Serif"/>
                <a:cs typeface="Microsoft Sans Serif"/>
              </a:rPr>
              <a:t>as</a:t>
            </a:r>
            <a:r>
              <a:rPr sz="1600" spc="65" dirty="0">
                <a:solidFill>
                  <a:srgbClr val="292929"/>
                </a:solidFill>
                <a:latin typeface="Microsoft Sans Serif"/>
                <a:cs typeface="Microsoft Sans Serif"/>
              </a:rPr>
              <a:t> </a:t>
            </a:r>
            <a:r>
              <a:rPr sz="1600" spc="-70" dirty="0">
                <a:solidFill>
                  <a:srgbClr val="292929"/>
                </a:solidFill>
                <a:latin typeface="Microsoft Sans Serif"/>
                <a:cs typeface="Microsoft Sans Serif"/>
              </a:rPr>
              <a:t>years</a:t>
            </a:r>
            <a:r>
              <a:rPr sz="1600" spc="55" dirty="0">
                <a:solidFill>
                  <a:srgbClr val="292929"/>
                </a:solidFill>
                <a:latin typeface="Microsoft Sans Serif"/>
                <a:cs typeface="Microsoft Sans Serif"/>
              </a:rPr>
              <a:t> </a:t>
            </a:r>
            <a:r>
              <a:rPr sz="1600" spc="-70" dirty="0">
                <a:solidFill>
                  <a:srgbClr val="292929"/>
                </a:solidFill>
                <a:latin typeface="Microsoft Sans Serif"/>
                <a:cs typeface="Microsoft Sans Serif"/>
              </a:rPr>
              <a:t>passed.</a:t>
            </a:r>
            <a:endParaRPr sz="1600" dirty="0">
              <a:latin typeface="Microsoft Sans Serif"/>
              <a:cs typeface="Microsoft Sans Serif"/>
            </a:endParaRPr>
          </a:p>
        </p:txBody>
      </p:sp>
    </p:spTree>
    <p:extLst>
      <p:ext uri="{BB962C8B-B14F-4D97-AF65-F5344CB8AC3E}">
        <p14:creationId xmlns:p14="http://schemas.microsoft.com/office/powerpoint/2010/main" val="32100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17</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
        <p:nvSpPr>
          <p:cNvPr id="3" name="object 2">
            <a:extLst>
              <a:ext uri="{FF2B5EF4-FFF2-40B4-BE49-F238E27FC236}">
                <a16:creationId xmlns:a16="http://schemas.microsoft.com/office/drawing/2014/main" id="{6B157C35-E86C-E5CB-0D30-1899C3A9A48D}"/>
              </a:ext>
            </a:extLst>
          </p:cNvPr>
          <p:cNvSpPr txBox="1"/>
          <p:nvPr/>
        </p:nvSpPr>
        <p:spPr>
          <a:xfrm>
            <a:off x="863600" y="1432911"/>
            <a:ext cx="10147300" cy="2028761"/>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1600" spc="-90" dirty="0">
                <a:solidFill>
                  <a:srgbClr val="292929"/>
                </a:solidFill>
                <a:latin typeface="Microsoft Sans Serif"/>
                <a:cs typeface="Microsoft Sans Serif"/>
              </a:rPr>
              <a:t>Using</a:t>
            </a:r>
            <a:r>
              <a:rPr sz="1600" spc="100" dirty="0">
                <a:solidFill>
                  <a:srgbClr val="292929"/>
                </a:solidFill>
                <a:latin typeface="Microsoft Sans Serif"/>
                <a:cs typeface="Microsoft Sans Serif"/>
              </a:rPr>
              <a:t> </a:t>
            </a:r>
            <a:r>
              <a:rPr sz="1600" spc="-40" dirty="0">
                <a:solidFill>
                  <a:srgbClr val="292929"/>
                </a:solidFill>
                <a:latin typeface="Microsoft Sans Serif"/>
                <a:cs typeface="Microsoft Sans Serif"/>
              </a:rPr>
              <a:t>interactive</a:t>
            </a:r>
            <a:r>
              <a:rPr sz="1600" spc="85" dirty="0">
                <a:solidFill>
                  <a:srgbClr val="292929"/>
                </a:solidFill>
                <a:latin typeface="Microsoft Sans Serif"/>
                <a:cs typeface="Microsoft Sans Serif"/>
              </a:rPr>
              <a:t> </a:t>
            </a:r>
            <a:r>
              <a:rPr sz="1600" spc="-70" dirty="0">
                <a:solidFill>
                  <a:srgbClr val="292929"/>
                </a:solidFill>
                <a:latin typeface="Microsoft Sans Serif"/>
                <a:cs typeface="Microsoft Sans Serif"/>
              </a:rPr>
              <a:t>analytics</a:t>
            </a:r>
            <a:r>
              <a:rPr sz="1600" spc="80" dirty="0">
                <a:solidFill>
                  <a:srgbClr val="292929"/>
                </a:solidFill>
                <a:latin typeface="Microsoft Sans Serif"/>
                <a:cs typeface="Microsoft Sans Serif"/>
              </a:rPr>
              <a:t> </a:t>
            </a:r>
            <a:r>
              <a:rPr sz="1600" spc="-114" dirty="0">
                <a:solidFill>
                  <a:srgbClr val="292929"/>
                </a:solidFill>
                <a:latin typeface="Microsoft Sans Serif"/>
                <a:cs typeface="Microsoft Sans Serif"/>
              </a:rPr>
              <a:t>was</a:t>
            </a:r>
            <a:r>
              <a:rPr sz="1600" spc="80" dirty="0">
                <a:solidFill>
                  <a:srgbClr val="292929"/>
                </a:solidFill>
                <a:latin typeface="Microsoft Sans Serif"/>
                <a:cs typeface="Microsoft Sans Serif"/>
              </a:rPr>
              <a:t> </a:t>
            </a:r>
            <a:r>
              <a:rPr sz="1600" spc="-45" dirty="0">
                <a:solidFill>
                  <a:srgbClr val="292929"/>
                </a:solidFill>
                <a:latin typeface="Microsoft Sans Serif"/>
                <a:cs typeface="Microsoft Sans Serif"/>
              </a:rPr>
              <a:t>possible</a:t>
            </a:r>
            <a:r>
              <a:rPr sz="1600" spc="95" dirty="0">
                <a:solidFill>
                  <a:srgbClr val="292929"/>
                </a:solidFill>
                <a:latin typeface="Microsoft Sans Serif"/>
                <a:cs typeface="Microsoft Sans Serif"/>
              </a:rPr>
              <a:t> </a:t>
            </a:r>
            <a:r>
              <a:rPr sz="1600" spc="45" dirty="0">
                <a:solidFill>
                  <a:srgbClr val="292929"/>
                </a:solidFill>
                <a:latin typeface="Microsoft Sans Serif"/>
                <a:cs typeface="Microsoft Sans Serif"/>
              </a:rPr>
              <a:t>to</a:t>
            </a:r>
            <a:r>
              <a:rPr sz="1600" spc="70" dirty="0">
                <a:solidFill>
                  <a:srgbClr val="292929"/>
                </a:solidFill>
                <a:latin typeface="Microsoft Sans Serif"/>
                <a:cs typeface="Microsoft Sans Serif"/>
              </a:rPr>
              <a:t> </a:t>
            </a:r>
            <a:r>
              <a:rPr sz="1600" spc="-20" dirty="0">
                <a:solidFill>
                  <a:srgbClr val="292929"/>
                </a:solidFill>
                <a:latin typeface="Microsoft Sans Serif"/>
                <a:cs typeface="Microsoft Sans Serif"/>
              </a:rPr>
              <a:t>identify</a:t>
            </a:r>
            <a:r>
              <a:rPr sz="1600" spc="75" dirty="0">
                <a:solidFill>
                  <a:srgbClr val="292929"/>
                </a:solidFill>
                <a:latin typeface="Microsoft Sans Serif"/>
                <a:cs typeface="Microsoft Sans Serif"/>
              </a:rPr>
              <a:t> </a:t>
            </a:r>
            <a:r>
              <a:rPr sz="1600" spc="-5" dirty="0">
                <a:solidFill>
                  <a:srgbClr val="292929"/>
                </a:solidFill>
                <a:latin typeface="Microsoft Sans Serif"/>
                <a:cs typeface="Microsoft Sans Serif"/>
              </a:rPr>
              <a:t>that</a:t>
            </a:r>
            <a:r>
              <a:rPr sz="1600" spc="90" dirty="0">
                <a:solidFill>
                  <a:srgbClr val="292929"/>
                </a:solidFill>
                <a:latin typeface="Microsoft Sans Serif"/>
                <a:cs typeface="Microsoft Sans Serif"/>
              </a:rPr>
              <a:t> </a:t>
            </a:r>
            <a:r>
              <a:rPr sz="1600" spc="-80" dirty="0">
                <a:solidFill>
                  <a:srgbClr val="292929"/>
                </a:solidFill>
                <a:latin typeface="Microsoft Sans Serif"/>
                <a:cs typeface="Microsoft Sans Serif"/>
              </a:rPr>
              <a:t>launch</a:t>
            </a:r>
            <a:r>
              <a:rPr sz="1600" spc="114" dirty="0">
                <a:solidFill>
                  <a:srgbClr val="292929"/>
                </a:solidFill>
                <a:latin typeface="Microsoft Sans Serif"/>
                <a:cs typeface="Microsoft Sans Serif"/>
              </a:rPr>
              <a:t> </a:t>
            </a:r>
            <a:r>
              <a:rPr sz="1600" spc="-60" dirty="0">
                <a:solidFill>
                  <a:srgbClr val="292929"/>
                </a:solidFill>
                <a:latin typeface="Microsoft Sans Serif"/>
                <a:cs typeface="Microsoft Sans Serif"/>
              </a:rPr>
              <a:t>sites</a:t>
            </a:r>
            <a:r>
              <a:rPr sz="1600" spc="90" dirty="0">
                <a:solidFill>
                  <a:srgbClr val="292929"/>
                </a:solidFill>
                <a:latin typeface="Microsoft Sans Serif"/>
                <a:cs typeface="Microsoft Sans Serif"/>
              </a:rPr>
              <a:t> </a:t>
            </a:r>
            <a:r>
              <a:rPr sz="1600" spc="-110" dirty="0">
                <a:solidFill>
                  <a:srgbClr val="292929"/>
                </a:solidFill>
                <a:latin typeface="Microsoft Sans Serif"/>
                <a:cs typeface="Microsoft Sans Serif"/>
              </a:rPr>
              <a:t>use</a:t>
            </a:r>
            <a:r>
              <a:rPr sz="1600" spc="85" dirty="0">
                <a:solidFill>
                  <a:srgbClr val="292929"/>
                </a:solidFill>
                <a:latin typeface="Microsoft Sans Serif"/>
                <a:cs typeface="Microsoft Sans Serif"/>
              </a:rPr>
              <a:t> </a:t>
            </a:r>
            <a:r>
              <a:rPr sz="1600" spc="45" dirty="0">
                <a:solidFill>
                  <a:srgbClr val="292929"/>
                </a:solidFill>
                <a:latin typeface="Microsoft Sans Serif"/>
                <a:cs typeface="Microsoft Sans Serif"/>
              </a:rPr>
              <a:t>to</a:t>
            </a:r>
            <a:r>
              <a:rPr sz="1600" spc="70" dirty="0">
                <a:solidFill>
                  <a:srgbClr val="292929"/>
                </a:solidFill>
                <a:latin typeface="Microsoft Sans Serif"/>
                <a:cs typeface="Microsoft Sans Serif"/>
              </a:rPr>
              <a:t> </a:t>
            </a:r>
            <a:r>
              <a:rPr sz="1600" spc="-55" dirty="0">
                <a:solidFill>
                  <a:srgbClr val="292929"/>
                </a:solidFill>
                <a:latin typeface="Microsoft Sans Serif"/>
                <a:cs typeface="Microsoft Sans Serif"/>
              </a:rPr>
              <a:t>be</a:t>
            </a:r>
            <a:r>
              <a:rPr sz="1600" spc="85" dirty="0">
                <a:solidFill>
                  <a:srgbClr val="292929"/>
                </a:solidFill>
                <a:latin typeface="Microsoft Sans Serif"/>
                <a:cs typeface="Microsoft Sans Serif"/>
              </a:rPr>
              <a:t> </a:t>
            </a:r>
            <a:r>
              <a:rPr sz="1600" spc="-25" dirty="0">
                <a:solidFill>
                  <a:srgbClr val="292929"/>
                </a:solidFill>
                <a:latin typeface="Microsoft Sans Serif"/>
                <a:cs typeface="Microsoft Sans Serif"/>
              </a:rPr>
              <a:t>in</a:t>
            </a:r>
            <a:endParaRPr sz="1600" dirty="0">
              <a:latin typeface="Microsoft Sans Serif"/>
              <a:cs typeface="Microsoft Sans Serif"/>
            </a:endParaRPr>
          </a:p>
          <a:p>
            <a:pPr marL="241300">
              <a:lnSpc>
                <a:spcPct val="100000"/>
              </a:lnSpc>
            </a:pPr>
            <a:r>
              <a:rPr sz="1600" spc="-65" dirty="0">
                <a:solidFill>
                  <a:srgbClr val="292929"/>
                </a:solidFill>
                <a:latin typeface="Microsoft Sans Serif"/>
                <a:cs typeface="Microsoft Sans Serif"/>
              </a:rPr>
              <a:t>safety</a:t>
            </a:r>
            <a:r>
              <a:rPr sz="1600" spc="70" dirty="0">
                <a:solidFill>
                  <a:srgbClr val="292929"/>
                </a:solidFill>
                <a:latin typeface="Microsoft Sans Serif"/>
                <a:cs typeface="Microsoft Sans Serif"/>
              </a:rPr>
              <a:t> </a:t>
            </a:r>
            <a:r>
              <a:rPr sz="1600" spc="-95" dirty="0">
                <a:solidFill>
                  <a:srgbClr val="292929"/>
                </a:solidFill>
                <a:latin typeface="Microsoft Sans Serif"/>
                <a:cs typeface="Microsoft Sans Serif"/>
              </a:rPr>
              <a:t>places,</a:t>
            </a:r>
            <a:r>
              <a:rPr sz="1600" spc="75" dirty="0">
                <a:solidFill>
                  <a:srgbClr val="292929"/>
                </a:solidFill>
                <a:latin typeface="Microsoft Sans Serif"/>
                <a:cs typeface="Microsoft Sans Serif"/>
              </a:rPr>
              <a:t> </a:t>
            </a:r>
            <a:r>
              <a:rPr sz="1600" spc="-80" dirty="0">
                <a:solidFill>
                  <a:srgbClr val="292929"/>
                </a:solidFill>
                <a:latin typeface="Microsoft Sans Serif"/>
                <a:cs typeface="Microsoft Sans Serif"/>
              </a:rPr>
              <a:t>near</a:t>
            </a:r>
            <a:r>
              <a:rPr sz="1600" spc="85" dirty="0">
                <a:solidFill>
                  <a:srgbClr val="292929"/>
                </a:solidFill>
                <a:latin typeface="Microsoft Sans Serif"/>
                <a:cs typeface="Microsoft Sans Serif"/>
              </a:rPr>
              <a:t> </a:t>
            </a:r>
            <a:r>
              <a:rPr sz="1600" spc="-130" dirty="0">
                <a:solidFill>
                  <a:srgbClr val="292929"/>
                </a:solidFill>
                <a:latin typeface="Microsoft Sans Serif"/>
                <a:cs typeface="Microsoft Sans Serif"/>
              </a:rPr>
              <a:t>sea,</a:t>
            </a:r>
            <a:r>
              <a:rPr sz="1600" spc="70" dirty="0">
                <a:solidFill>
                  <a:srgbClr val="292929"/>
                </a:solidFill>
                <a:latin typeface="Microsoft Sans Serif"/>
                <a:cs typeface="Microsoft Sans Serif"/>
              </a:rPr>
              <a:t> </a:t>
            </a:r>
            <a:r>
              <a:rPr sz="1600" spc="5" dirty="0">
                <a:solidFill>
                  <a:srgbClr val="292929"/>
                </a:solidFill>
                <a:latin typeface="Microsoft Sans Serif"/>
                <a:cs typeface="Microsoft Sans Serif"/>
              </a:rPr>
              <a:t>for</a:t>
            </a:r>
            <a:r>
              <a:rPr sz="1600" spc="85" dirty="0">
                <a:solidFill>
                  <a:srgbClr val="292929"/>
                </a:solidFill>
                <a:latin typeface="Microsoft Sans Serif"/>
                <a:cs typeface="Microsoft Sans Serif"/>
              </a:rPr>
              <a:t> </a:t>
            </a:r>
            <a:r>
              <a:rPr sz="1600" spc="-90" dirty="0">
                <a:solidFill>
                  <a:srgbClr val="292929"/>
                </a:solidFill>
                <a:latin typeface="Microsoft Sans Serif"/>
                <a:cs typeface="Microsoft Sans Serif"/>
              </a:rPr>
              <a:t>example</a:t>
            </a:r>
            <a:r>
              <a:rPr sz="1600" spc="85" dirty="0">
                <a:solidFill>
                  <a:srgbClr val="292929"/>
                </a:solidFill>
                <a:latin typeface="Microsoft Sans Serif"/>
                <a:cs typeface="Microsoft Sans Serif"/>
              </a:rPr>
              <a:t> </a:t>
            </a:r>
            <a:r>
              <a:rPr sz="1600" spc="-70" dirty="0">
                <a:solidFill>
                  <a:srgbClr val="292929"/>
                </a:solidFill>
                <a:latin typeface="Microsoft Sans Serif"/>
                <a:cs typeface="Microsoft Sans Serif"/>
              </a:rPr>
              <a:t>and</a:t>
            </a:r>
            <a:r>
              <a:rPr sz="1600" spc="85" dirty="0">
                <a:solidFill>
                  <a:srgbClr val="292929"/>
                </a:solidFill>
                <a:latin typeface="Microsoft Sans Serif"/>
                <a:cs typeface="Microsoft Sans Serif"/>
              </a:rPr>
              <a:t> </a:t>
            </a:r>
            <a:r>
              <a:rPr sz="1600" spc="-105" dirty="0">
                <a:solidFill>
                  <a:srgbClr val="292929"/>
                </a:solidFill>
                <a:latin typeface="Microsoft Sans Serif"/>
                <a:cs typeface="Microsoft Sans Serif"/>
              </a:rPr>
              <a:t>have</a:t>
            </a:r>
            <a:r>
              <a:rPr sz="1600" spc="85" dirty="0">
                <a:solidFill>
                  <a:srgbClr val="292929"/>
                </a:solidFill>
                <a:latin typeface="Microsoft Sans Serif"/>
                <a:cs typeface="Microsoft Sans Serif"/>
              </a:rPr>
              <a:t> </a:t>
            </a:r>
            <a:r>
              <a:rPr sz="1600" spc="-145" dirty="0">
                <a:solidFill>
                  <a:srgbClr val="292929"/>
                </a:solidFill>
                <a:latin typeface="Microsoft Sans Serif"/>
                <a:cs typeface="Microsoft Sans Serif"/>
              </a:rPr>
              <a:t>a</a:t>
            </a:r>
            <a:r>
              <a:rPr sz="1600" spc="45" dirty="0">
                <a:solidFill>
                  <a:srgbClr val="292929"/>
                </a:solidFill>
                <a:latin typeface="Microsoft Sans Serif"/>
                <a:cs typeface="Microsoft Sans Serif"/>
              </a:rPr>
              <a:t> </a:t>
            </a:r>
            <a:r>
              <a:rPr sz="1600" spc="5" dirty="0">
                <a:solidFill>
                  <a:srgbClr val="292929"/>
                </a:solidFill>
                <a:latin typeface="Microsoft Sans Serif"/>
                <a:cs typeface="Microsoft Sans Serif"/>
              </a:rPr>
              <a:t>good</a:t>
            </a:r>
            <a:r>
              <a:rPr sz="1600" spc="85" dirty="0">
                <a:solidFill>
                  <a:srgbClr val="292929"/>
                </a:solidFill>
                <a:latin typeface="Microsoft Sans Serif"/>
                <a:cs typeface="Microsoft Sans Serif"/>
              </a:rPr>
              <a:t> </a:t>
            </a:r>
            <a:r>
              <a:rPr sz="1600" spc="-15" dirty="0">
                <a:solidFill>
                  <a:srgbClr val="292929"/>
                </a:solidFill>
                <a:latin typeface="Microsoft Sans Serif"/>
                <a:cs typeface="Microsoft Sans Serif"/>
              </a:rPr>
              <a:t>logistic</a:t>
            </a:r>
            <a:r>
              <a:rPr sz="1600" spc="75" dirty="0">
                <a:solidFill>
                  <a:srgbClr val="292929"/>
                </a:solidFill>
                <a:latin typeface="Microsoft Sans Serif"/>
                <a:cs typeface="Microsoft Sans Serif"/>
              </a:rPr>
              <a:t> </a:t>
            </a:r>
            <a:r>
              <a:rPr sz="1600" spc="-30" dirty="0">
                <a:solidFill>
                  <a:srgbClr val="292929"/>
                </a:solidFill>
                <a:latin typeface="Microsoft Sans Serif"/>
                <a:cs typeface="Microsoft Sans Serif"/>
              </a:rPr>
              <a:t>infrastructure</a:t>
            </a:r>
            <a:r>
              <a:rPr sz="1600" spc="75" dirty="0">
                <a:solidFill>
                  <a:srgbClr val="292929"/>
                </a:solidFill>
                <a:latin typeface="Microsoft Sans Serif"/>
                <a:cs typeface="Microsoft Sans Serif"/>
              </a:rPr>
              <a:t> </a:t>
            </a:r>
            <a:r>
              <a:rPr sz="1600" spc="-55" dirty="0">
                <a:solidFill>
                  <a:srgbClr val="292929"/>
                </a:solidFill>
                <a:latin typeface="Microsoft Sans Serif"/>
                <a:cs typeface="Microsoft Sans Serif"/>
              </a:rPr>
              <a:t>around.</a:t>
            </a:r>
            <a:endParaRPr sz="1600" dirty="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1600" spc="-45" dirty="0">
                <a:solidFill>
                  <a:srgbClr val="292929"/>
                </a:solidFill>
                <a:latin typeface="Microsoft Sans Serif"/>
                <a:cs typeface="Microsoft Sans Serif"/>
              </a:rPr>
              <a:t>Most</a:t>
            </a:r>
            <a:r>
              <a:rPr sz="1600" spc="60" dirty="0">
                <a:solidFill>
                  <a:srgbClr val="292929"/>
                </a:solidFill>
                <a:latin typeface="Microsoft Sans Serif"/>
                <a:cs typeface="Microsoft Sans Serif"/>
              </a:rPr>
              <a:t> </a:t>
            </a:r>
            <a:r>
              <a:rPr sz="1600" spc="-95" dirty="0">
                <a:solidFill>
                  <a:srgbClr val="292929"/>
                </a:solidFill>
                <a:latin typeface="Microsoft Sans Serif"/>
                <a:cs typeface="Microsoft Sans Serif"/>
              </a:rPr>
              <a:t>launches</a:t>
            </a:r>
            <a:r>
              <a:rPr sz="1600" spc="85" dirty="0">
                <a:solidFill>
                  <a:srgbClr val="292929"/>
                </a:solidFill>
                <a:latin typeface="Microsoft Sans Serif"/>
                <a:cs typeface="Microsoft Sans Serif"/>
              </a:rPr>
              <a:t> </a:t>
            </a:r>
            <a:r>
              <a:rPr sz="1600" spc="-75" dirty="0">
                <a:solidFill>
                  <a:srgbClr val="292929"/>
                </a:solidFill>
                <a:latin typeface="Microsoft Sans Serif"/>
                <a:cs typeface="Microsoft Sans Serif"/>
              </a:rPr>
              <a:t>happens</a:t>
            </a:r>
            <a:r>
              <a:rPr sz="1600" spc="75" dirty="0">
                <a:solidFill>
                  <a:srgbClr val="292929"/>
                </a:solidFill>
                <a:latin typeface="Microsoft Sans Serif"/>
                <a:cs typeface="Microsoft Sans Serif"/>
              </a:rPr>
              <a:t> </a:t>
            </a:r>
            <a:r>
              <a:rPr sz="1600" spc="-30" dirty="0">
                <a:solidFill>
                  <a:srgbClr val="292929"/>
                </a:solidFill>
                <a:latin typeface="Microsoft Sans Serif"/>
                <a:cs typeface="Microsoft Sans Serif"/>
              </a:rPr>
              <a:t>at</a:t>
            </a:r>
            <a:r>
              <a:rPr sz="1600" spc="55" dirty="0">
                <a:solidFill>
                  <a:srgbClr val="292929"/>
                </a:solidFill>
                <a:latin typeface="Microsoft Sans Serif"/>
                <a:cs typeface="Microsoft Sans Serif"/>
              </a:rPr>
              <a:t> </a:t>
            </a:r>
            <a:r>
              <a:rPr sz="1600" spc="-80" dirty="0">
                <a:solidFill>
                  <a:srgbClr val="292929"/>
                </a:solidFill>
                <a:latin typeface="Microsoft Sans Serif"/>
                <a:cs typeface="Microsoft Sans Serif"/>
              </a:rPr>
              <a:t>east</a:t>
            </a:r>
            <a:r>
              <a:rPr sz="1600" spc="90" dirty="0">
                <a:solidFill>
                  <a:srgbClr val="292929"/>
                </a:solidFill>
                <a:latin typeface="Microsoft Sans Serif"/>
                <a:cs typeface="Microsoft Sans Serif"/>
              </a:rPr>
              <a:t> </a:t>
            </a:r>
            <a:r>
              <a:rPr sz="1600" spc="-50" dirty="0">
                <a:solidFill>
                  <a:srgbClr val="292929"/>
                </a:solidFill>
                <a:latin typeface="Microsoft Sans Serif"/>
                <a:cs typeface="Microsoft Sans Serif"/>
              </a:rPr>
              <a:t>cost</a:t>
            </a:r>
            <a:r>
              <a:rPr sz="1600" spc="85" dirty="0">
                <a:solidFill>
                  <a:srgbClr val="292929"/>
                </a:solidFill>
                <a:latin typeface="Microsoft Sans Serif"/>
                <a:cs typeface="Microsoft Sans Serif"/>
              </a:rPr>
              <a:t> </a:t>
            </a:r>
            <a:r>
              <a:rPr sz="1600" spc="-80" dirty="0">
                <a:solidFill>
                  <a:srgbClr val="292929"/>
                </a:solidFill>
                <a:latin typeface="Microsoft Sans Serif"/>
                <a:cs typeface="Microsoft Sans Serif"/>
              </a:rPr>
              <a:t>launch</a:t>
            </a:r>
            <a:r>
              <a:rPr sz="1600" spc="70" dirty="0">
                <a:solidFill>
                  <a:srgbClr val="292929"/>
                </a:solidFill>
                <a:latin typeface="Microsoft Sans Serif"/>
                <a:cs typeface="Microsoft Sans Serif"/>
              </a:rPr>
              <a:t> </a:t>
            </a:r>
            <a:r>
              <a:rPr sz="1600" spc="-70" dirty="0">
                <a:solidFill>
                  <a:srgbClr val="292929"/>
                </a:solidFill>
                <a:latin typeface="Microsoft Sans Serif"/>
                <a:cs typeface="Microsoft Sans Serif"/>
              </a:rPr>
              <a:t>sites.</a:t>
            </a:r>
            <a:endParaRPr lang="en-IN" sz="1600" spc="-70" dirty="0">
              <a:solidFill>
                <a:srgbClr val="292929"/>
              </a:solidFill>
              <a:latin typeface="Microsoft Sans Serif"/>
              <a:cs typeface="Microsoft Sans Serif"/>
            </a:endParaRPr>
          </a:p>
          <a:p>
            <a:pPr marL="241300" indent="-228600">
              <a:spcBef>
                <a:spcPts val="1400"/>
              </a:spcBef>
              <a:buFont typeface="Arial MT"/>
              <a:buChar char="•"/>
              <a:tabLst>
                <a:tab pos="240665" algn="l"/>
                <a:tab pos="241300" algn="l"/>
              </a:tabLst>
            </a:pPr>
            <a:r>
              <a:rPr lang="en-US" sz="1600" spc="-50" dirty="0">
                <a:solidFill>
                  <a:srgbClr val="292929"/>
                </a:solidFill>
                <a:latin typeface="Microsoft Sans Serif"/>
                <a:cs typeface="Microsoft Sans Serif"/>
              </a:rPr>
              <a:t>Predictive</a:t>
            </a:r>
            <a:r>
              <a:rPr lang="en-US" sz="1600" spc="75" dirty="0">
                <a:solidFill>
                  <a:srgbClr val="292929"/>
                </a:solidFill>
                <a:latin typeface="Microsoft Sans Serif"/>
                <a:cs typeface="Microsoft Sans Serif"/>
              </a:rPr>
              <a:t> </a:t>
            </a:r>
            <a:r>
              <a:rPr lang="en-US" sz="1600" spc="-80" dirty="0">
                <a:solidFill>
                  <a:srgbClr val="292929"/>
                </a:solidFill>
                <a:latin typeface="Microsoft Sans Serif"/>
                <a:cs typeface="Microsoft Sans Serif"/>
              </a:rPr>
              <a:t>Analysis</a:t>
            </a:r>
            <a:r>
              <a:rPr lang="en-US" sz="1600" spc="85" dirty="0">
                <a:solidFill>
                  <a:srgbClr val="292929"/>
                </a:solidFill>
                <a:latin typeface="Microsoft Sans Serif"/>
                <a:cs typeface="Microsoft Sans Serif"/>
              </a:rPr>
              <a:t> </a:t>
            </a:r>
            <a:r>
              <a:rPr lang="en-US" sz="1600" spc="-65" dirty="0">
                <a:solidFill>
                  <a:srgbClr val="292929"/>
                </a:solidFill>
                <a:latin typeface="Microsoft Sans Serif"/>
                <a:cs typeface="Microsoft Sans Serif"/>
              </a:rPr>
              <a:t>showed</a:t>
            </a:r>
            <a:r>
              <a:rPr lang="en-US" sz="1600" spc="70" dirty="0">
                <a:solidFill>
                  <a:srgbClr val="292929"/>
                </a:solidFill>
                <a:latin typeface="Microsoft Sans Serif"/>
                <a:cs typeface="Microsoft Sans Serif"/>
              </a:rPr>
              <a:t> </a:t>
            </a:r>
            <a:r>
              <a:rPr lang="en-US" sz="1600" spc="-5" dirty="0">
                <a:solidFill>
                  <a:srgbClr val="292929"/>
                </a:solidFill>
                <a:latin typeface="Microsoft Sans Serif"/>
                <a:cs typeface="Microsoft Sans Serif"/>
              </a:rPr>
              <a:t>that</a:t>
            </a:r>
            <a:r>
              <a:rPr lang="en-US" sz="1600" spc="60" dirty="0">
                <a:solidFill>
                  <a:srgbClr val="292929"/>
                </a:solidFill>
                <a:latin typeface="Microsoft Sans Serif"/>
                <a:cs typeface="Microsoft Sans Serif"/>
              </a:rPr>
              <a:t> </a:t>
            </a:r>
            <a:r>
              <a:rPr lang="en-US" sz="1600" spc="-65" dirty="0">
                <a:solidFill>
                  <a:srgbClr val="292929"/>
                </a:solidFill>
                <a:latin typeface="Microsoft Sans Serif"/>
                <a:cs typeface="Microsoft Sans Serif"/>
              </a:rPr>
              <a:t>Decision</a:t>
            </a:r>
            <a:r>
              <a:rPr lang="en-US" sz="1600" spc="90" dirty="0">
                <a:solidFill>
                  <a:srgbClr val="292929"/>
                </a:solidFill>
                <a:latin typeface="Microsoft Sans Serif"/>
                <a:cs typeface="Microsoft Sans Serif"/>
              </a:rPr>
              <a:t> </a:t>
            </a:r>
            <a:r>
              <a:rPr lang="en-US" sz="1600" spc="-120" dirty="0">
                <a:solidFill>
                  <a:srgbClr val="292929"/>
                </a:solidFill>
                <a:latin typeface="Microsoft Sans Serif"/>
                <a:cs typeface="Microsoft Sans Serif"/>
              </a:rPr>
              <a:t>Tree</a:t>
            </a:r>
            <a:r>
              <a:rPr lang="en-US" sz="1600" spc="75" dirty="0">
                <a:solidFill>
                  <a:srgbClr val="292929"/>
                </a:solidFill>
                <a:latin typeface="Microsoft Sans Serif"/>
                <a:cs typeface="Microsoft Sans Serif"/>
              </a:rPr>
              <a:t> </a:t>
            </a:r>
            <a:r>
              <a:rPr lang="en-US" sz="1600" spc="-80" dirty="0">
                <a:solidFill>
                  <a:srgbClr val="292929"/>
                </a:solidFill>
                <a:latin typeface="Microsoft Sans Serif"/>
                <a:cs typeface="Microsoft Sans Serif"/>
              </a:rPr>
              <a:t>Classifier </a:t>
            </a:r>
            <a:r>
              <a:rPr lang="en-US" sz="1600" spc="-570" dirty="0">
                <a:solidFill>
                  <a:srgbClr val="292929"/>
                </a:solidFill>
                <a:latin typeface="Microsoft Sans Serif"/>
                <a:cs typeface="Microsoft Sans Serif"/>
              </a:rPr>
              <a:t> </a:t>
            </a:r>
            <a:r>
              <a:rPr lang="en-US" sz="1600" spc="-60" dirty="0">
                <a:solidFill>
                  <a:srgbClr val="292929"/>
                </a:solidFill>
                <a:latin typeface="Microsoft Sans Serif"/>
                <a:cs typeface="Microsoft Sans Serif"/>
              </a:rPr>
              <a:t>is</a:t>
            </a:r>
            <a:r>
              <a:rPr lang="en-US" sz="1600" spc="90" dirty="0">
                <a:solidFill>
                  <a:srgbClr val="292929"/>
                </a:solidFill>
                <a:latin typeface="Microsoft Sans Serif"/>
                <a:cs typeface="Microsoft Sans Serif"/>
              </a:rPr>
              <a:t> </a:t>
            </a:r>
            <a:r>
              <a:rPr lang="en-US" sz="1600" spc="-30" dirty="0">
                <a:solidFill>
                  <a:srgbClr val="292929"/>
                </a:solidFill>
                <a:latin typeface="Microsoft Sans Serif"/>
                <a:cs typeface="Microsoft Sans Serif"/>
              </a:rPr>
              <a:t>the</a:t>
            </a:r>
            <a:r>
              <a:rPr lang="en-US" sz="1600" spc="55" dirty="0">
                <a:solidFill>
                  <a:srgbClr val="292929"/>
                </a:solidFill>
                <a:latin typeface="Microsoft Sans Serif"/>
                <a:cs typeface="Microsoft Sans Serif"/>
              </a:rPr>
              <a:t> </a:t>
            </a:r>
            <a:r>
              <a:rPr lang="en-US" sz="1600" spc="-40" dirty="0">
                <a:solidFill>
                  <a:srgbClr val="292929"/>
                </a:solidFill>
                <a:latin typeface="Microsoft Sans Serif"/>
                <a:cs typeface="Microsoft Sans Serif"/>
              </a:rPr>
              <a:t>best</a:t>
            </a:r>
            <a:r>
              <a:rPr lang="en-US" sz="1600" spc="85" dirty="0">
                <a:solidFill>
                  <a:srgbClr val="292929"/>
                </a:solidFill>
                <a:latin typeface="Microsoft Sans Serif"/>
                <a:cs typeface="Microsoft Sans Serif"/>
              </a:rPr>
              <a:t> </a:t>
            </a:r>
            <a:r>
              <a:rPr lang="en-US" sz="1600" spc="-40" dirty="0">
                <a:solidFill>
                  <a:srgbClr val="292929"/>
                </a:solidFill>
                <a:latin typeface="Microsoft Sans Serif"/>
                <a:cs typeface="Microsoft Sans Serif"/>
              </a:rPr>
              <a:t>model</a:t>
            </a:r>
            <a:r>
              <a:rPr lang="en-US" sz="1600" spc="75" dirty="0">
                <a:solidFill>
                  <a:srgbClr val="292929"/>
                </a:solidFill>
                <a:latin typeface="Microsoft Sans Serif"/>
                <a:cs typeface="Microsoft Sans Serif"/>
              </a:rPr>
              <a:t> </a:t>
            </a:r>
            <a:r>
              <a:rPr lang="en-US" sz="1600" spc="40" dirty="0">
                <a:solidFill>
                  <a:srgbClr val="292929"/>
                </a:solidFill>
                <a:latin typeface="Microsoft Sans Serif"/>
                <a:cs typeface="Microsoft Sans Serif"/>
              </a:rPr>
              <a:t>to</a:t>
            </a:r>
            <a:r>
              <a:rPr lang="en-US" sz="1600" spc="65" dirty="0">
                <a:solidFill>
                  <a:srgbClr val="292929"/>
                </a:solidFill>
                <a:latin typeface="Microsoft Sans Serif"/>
                <a:cs typeface="Microsoft Sans Serif"/>
              </a:rPr>
              <a:t> </a:t>
            </a:r>
            <a:r>
              <a:rPr lang="en-US" sz="1600" spc="-15" dirty="0">
                <a:solidFill>
                  <a:srgbClr val="292929"/>
                </a:solidFill>
                <a:latin typeface="Microsoft Sans Serif"/>
                <a:cs typeface="Microsoft Sans Serif"/>
              </a:rPr>
              <a:t>predict</a:t>
            </a:r>
            <a:r>
              <a:rPr lang="en-US" sz="1600" spc="85" dirty="0">
                <a:solidFill>
                  <a:srgbClr val="292929"/>
                </a:solidFill>
                <a:latin typeface="Microsoft Sans Serif"/>
                <a:cs typeface="Microsoft Sans Serif"/>
              </a:rPr>
              <a:t> </a:t>
            </a:r>
            <a:r>
              <a:rPr lang="en-US" sz="1600" spc="-95" dirty="0">
                <a:solidFill>
                  <a:srgbClr val="292929"/>
                </a:solidFill>
                <a:latin typeface="Microsoft Sans Serif"/>
                <a:cs typeface="Microsoft Sans Serif"/>
              </a:rPr>
              <a:t>successful</a:t>
            </a:r>
            <a:r>
              <a:rPr lang="en-US" sz="1600" spc="85" dirty="0">
                <a:solidFill>
                  <a:srgbClr val="292929"/>
                </a:solidFill>
                <a:latin typeface="Microsoft Sans Serif"/>
                <a:cs typeface="Microsoft Sans Serif"/>
              </a:rPr>
              <a:t> </a:t>
            </a:r>
            <a:r>
              <a:rPr lang="en-US" sz="1600" spc="-55" dirty="0">
                <a:solidFill>
                  <a:srgbClr val="292929"/>
                </a:solidFill>
                <a:latin typeface="Microsoft Sans Serif"/>
                <a:cs typeface="Microsoft Sans Serif"/>
              </a:rPr>
              <a:t>landings,</a:t>
            </a:r>
            <a:r>
              <a:rPr lang="en-US" sz="1600" spc="80" dirty="0">
                <a:solidFill>
                  <a:srgbClr val="292929"/>
                </a:solidFill>
                <a:latin typeface="Microsoft Sans Serif"/>
                <a:cs typeface="Microsoft Sans Serif"/>
              </a:rPr>
              <a:t> </a:t>
            </a:r>
            <a:r>
              <a:rPr lang="en-US" sz="1600" spc="-55" dirty="0">
                <a:solidFill>
                  <a:srgbClr val="292929"/>
                </a:solidFill>
                <a:latin typeface="Microsoft Sans Serif"/>
                <a:cs typeface="Microsoft Sans Serif"/>
              </a:rPr>
              <a:t>having </a:t>
            </a:r>
            <a:r>
              <a:rPr lang="en-US" sz="1600" spc="-570" dirty="0">
                <a:solidFill>
                  <a:srgbClr val="292929"/>
                </a:solidFill>
                <a:latin typeface="Microsoft Sans Serif"/>
                <a:cs typeface="Microsoft Sans Serif"/>
              </a:rPr>
              <a:t> </a:t>
            </a:r>
            <a:r>
              <a:rPr lang="en-US" sz="1600" spc="-110" dirty="0">
                <a:solidFill>
                  <a:srgbClr val="292929"/>
                </a:solidFill>
                <a:latin typeface="Microsoft Sans Serif"/>
                <a:cs typeface="Microsoft Sans Serif"/>
              </a:rPr>
              <a:t>accuracy</a:t>
            </a:r>
            <a:r>
              <a:rPr lang="en-US" sz="1600" spc="-105" dirty="0">
                <a:solidFill>
                  <a:srgbClr val="292929"/>
                </a:solidFill>
                <a:latin typeface="Microsoft Sans Serif"/>
                <a:cs typeface="Microsoft Sans Serif"/>
              </a:rPr>
              <a:t> </a:t>
            </a:r>
            <a:r>
              <a:rPr lang="en-US" sz="1600" spc="-45" dirty="0">
                <a:solidFill>
                  <a:srgbClr val="292929"/>
                </a:solidFill>
                <a:latin typeface="Microsoft Sans Serif"/>
                <a:cs typeface="Microsoft Sans Serif"/>
              </a:rPr>
              <a:t>over </a:t>
            </a:r>
            <a:r>
              <a:rPr lang="en-US" sz="1600" spc="70" dirty="0">
                <a:solidFill>
                  <a:srgbClr val="292929"/>
                </a:solidFill>
                <a:latin typeface="Microsoft Sans Serif"/>
                <a:cs typeface="Microsoft Sans Serif"/>
              </a:rPr>
              <a:t>87% </a:t>
            </a:r>
            <a:r>
              <a:rPr lang="en-US" sz="1600" spc="-70" dirty="0">
                <a:solidFill>
                  <a:srgbClr val="292929"/>
                </a:solidFill>
                <a:latin typeface="Microsoft Sans Serif"/>
                <a:cs typeface="Microsoft Sans Serif"/>
              </a:rPr>
              <a:t>and </a:t>
            </a:r>
            <a:r>
              <a:rPr lang="en-US" sz="1600" spc="-110" dirty="0">
                <a:solidFill>
                  <a:srgbClr val="292929"/>
                </a:solidFill>
                <a:latin typeface="Microsoft Sans Serif"/>
                <a:cs typeface="Microsoft Sans Serif"/>
              </a:rPr>
              <a:t>accuracy</a:t>
            </a:r>
            <a:r>
              <a:rPr lang="en-US" sz="1600" spc="360" dirty="0">
                <a:solidFill>
                  <a:srgbClr val="292929"/>
                </a:solidFill>
                <a:latin typeface="Microsoft Sans Serif"/>
                <a:cs typeface="Microsoft Sans Serif"/>
              </a:rPr>
              <a:t> </a:t>
            </a:r>
            <a:r>
              <a:rPr lang="en-US" sz="1600" spc="5" dirty="0">
                <a:solidFill>
                  <a:srgbClr val="292929"/>
                </a:solidFill>
                <a:latin typeface="Microsoft Sans Serif"/>
                <a:cs typeface="Microsoft Sans Serif"/>
              </a:rPr>
              <a:t>for </a:t>
            </a:r>
            <a:r>
              <a:rPr lang="en-US" sz="1600" spc="-15" dirty="0">
                <a:solidFill>
                  <a:srgbClr val="292929"/>
                </a:solidFill>
                <a:latin typeface="Microsoft Sans Serif"/>
                <a:cs typeface="Microsoft Sans Serif"/>
              </a:rPr>
              <a:t>test </a:t>
            </a:r>
            <a:r>
              <a:rPr lang="en-US" sz="1600" spc="-45" dirty="0">
                <a:solidFill>
                  <a:srgbClr val="292929"/>
                </a:solidFill>
                <a:latin typeface="Microsoft Sans Serif"/>
                <a:cs typeface="Microsoft Sans Serif"/>
              </a:rPr>
              <a:t>data over </a:t>
            </a:r>
            <a:r>
              <a:rPr lang="en-US" sz="1600" spc="-40" dirty="0">
                <a:solidFill>
                  <a:srgbClr val="292929"/>
                </a:solidFill>
                <a:latin typeface="Microsoft Sans Serif"/>
                <a:cs typeface="Microsoft Sans Serif"/>
              </a:rPr>
              <a:t> </a:t>
            </a:r>
            <a:r>
              <a:rPr lang="en-US" sz="1600" spc="30" dirty="0">
                <a:solidFill>
                  <a:srgbClr val="292929"/>
                </a:solidFill>
                <a:latin typeface="Microsoft Sans Serif"/>
                <a:cs typeface="Microsoft Sans Serif"/>
              </a:rPr>
              <a:t>94%.</a:t>
            </a:r>
            <a:endParaRPr lang="en-IN" sz="1600" spc="-70" dirty="0">
              <a:solidFill>
                <a:srgbClr val="292929"/>
              </a:solidFill>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endParaRPr sz="1600" dirty="0">
              <a:latin typeface="Microsoft Sans Serif"/>
              <a:cs typeface="Microsoft Sans Serif"/>
            </a:endParaRPr>
          </a:p>
        </p:txBody>
      </p:sp>
      <p:pic>
        <p:nvPicPr>
          <p:cNvPr id="5" name="object 4">
            <a:extLst>
              <a:ext uri="{FF2B5EF4-FFF2-40B4-BE49-F238E27FC236}">
                <a16:creationId xmlns:a16="http://schemas.microsoft.com/office/drawing/2014/main" id="{03CC0C6B-C983-3B32-0D6F-0F70FAA19072}"/>
              </a:ext>
            </a:extLst>
          </p:cNvPr>
          <p:cNvPicPr/>
          <p:nvPr/>
        </p:nvPicPr>
        <p:blipFill>
          <a:blip r:embed="rId4" cstate="print"/>
          <a:stretch>
            <a:fillRect/>
          </a:stretch>
        </p:blipFill>
        <p:spPr>
          <a:xfrm>
            <a:off x="863600" y="3924998"/>
            <a:ext cx="3084286" cy="2028761"/>
          </a:xfrm>
          <a:prstGeom prst="rect">
            <a:avLst/>
          </a:prstGeom>
        </p:spPr>
      </p:pic>
      <p:pic>
        <p:nvPicPr>
          <p:cNvPr id="6" name="object 5">
            <a:extLst>
              <a:ext uri="{FF2B5EF4-FFF2-40B4-BE49-F238E27FC236}">
                <a16:creationId xmlns:a16="http://schemas.microsoft.com/office/drawing/2014/main" id="{AE5C4F81-25FE-44A4-2A96-A64B70DDDE80}"/>
              </a:ext>
            </a:extLst>
          </p:cNvPr>
          <p:cNvPicPr/>
          <p:nvPr/>
        </p:nvPicPr>
        <p:blipFill>
          <a:blip r:embed="rId5" cstate="print"/>
          <a:stretch>
            <a:fillRect/>
          </a:stretch>
        </p:blipFill>
        <p:spPr>
          <a:xfrm>
            <a:off x="4205516" y="3924997"/>
            <a:ext cx="3196770" cy="2028397"/>
          </a:xfrm>
          <a:prstGeom prst="rect">
            <a:avLst/>
          </a:prstGeom>
        </p:spPr>
      </p:pic>
      <p:pic>
        <p:nvPicPr>
          <p:cNvPr id="9" name="object 4">
            <a:extLst>
              <a:ext uri="{FF2B5EF4-FFF2-40B4-BE49-F238E27FC236}">
                <a16:creationId xmlns:a16="http://schemas.microsoft.com/office/drawing/2014/main" id="{1E998BA6-D49E-CC4F-7FB8-99086E98EEF3}"/>
              </a:ext>
            </a:extLst>
          </p:cNvPr>
          <p:cNvPicPr/>
          <p:nvPr/>
        </p:nvPicPr>
        <p:blipFill>
          <a:blip r:embed="rId6" cstate="print"/>
          <a:stretch>
            <a:fillRect/>
          </a:stretch>
        </p:blipFill>
        <p:spPr>
          <a:xfrm>
            <a:off x="7593151" y="3378893"/>
            <a:ext cx="3675379" cy="2646680"/>
          </a:xfrm>
          <a:prstGeom prst="rect">
            <a:avLst/>
          </a:prstGeom>
        </p:spPr>
      </p:pic>
    </p:spTree>
    <p:extLst>
      <p:ext uri="{BB962C8B-B14F-4D97-AF65-F5344CB8AC3E}">
        <p14:creationId xmlns:p14="http://schemas.microsoft.com/office/powerpoint/2010/main" val="2521673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sp>
        <p:nvSpPr>
          <p:cNvPr id="2" name="object 2">
            <a:extLst>
              <a:ext uri="{FF2B5EF4-FFF2-40B4-BE49-F238E27FC236}">
                <a16:creationId xmlns:a16="http://schemas.microsoft.com/office/drawing/2014/main" id="{0010D383-4305-8A7B-6C2D-2D5AD301AA92}"/>
              </a:ext>
            </a:extLst>
          </p:cNvPr>
          <p:cNvSpPr txBox="1"/>
          <p:nvPr/>
        </p:nvSpPr>
        <p:spPr>
          <a:xfrm>
            <a:off x="943927" y="3870642"/>
            <a:ext cx="9347200" cy="1723389"/>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40" dirty="0">
                <a:solidFill>
                  <a:srgbClr val="292929"/>
                </a:solidFill>
                <a:latin typeface="Microsoft Sans Serif"/>
                <a:cs typeface="Microsoft Sans Serif"/>
              </a:rPr>
              <a:t>According</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6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25" dirty="0">
                <a:solidFill>
                  <a:srgbClr val="292929"/>
                </a:solidFill>
                <a:latin typeface="Microsoft Sans Serif"/>
                <a:cs typeface="Microsoft Sans Serif"/>
              </a:rPr>
              <a:t>plot</a:t>
            </a:r>
            <a:r>
              <a:rPr sz="2200" spc="90" dirty="0">
                <a:solidFill>
                  <a:srgbClr val="292929"/>
                </a:solidFill>
                <a:latin typeface="Microsoft Sans Serif"/>
                <a:cs typeface="Microsoft Sans Serif"/>
              </a:rPr>
              <a:t> </a:t>
            </a:r>
            <a:r>
              <a:rPr sz="2200" spc="-75" dirty="0">
                <a:solidFill>
                  <a:srgbClr val="292929"/>
                </a:solidFill>
                <a:latin typeface="Microsoft Sans Serif"/>
                <a:cs typeface="Microsoft Sans Serif"/>
              </a:rPr>
              <a:t>above,</a:t>
            </a:r>
            <a:r>
              <a:rPr sz="2200" spc="45" dirty="0">
                <a:solidFill>
                  <a:srgbClr val="292929"/>
                </a:solidFill>
                <a:latin typeface="Microsoft Sans Serif"/>
                <a:cs typeface="Microsoft Sans Serif"/>
              </a:rPr>
              <a:t> </a:t>
            </a:r>
            <a:r>
              <a:rPr sz="2200" dirty="0">
                <a:solidFill>
                  <a:srgbClr val="292929"/>
                </a:solidFill>
                <a:latin typeface="Microsoft Sans Serif"/>
                <a:cs typeface="Microsoft Sans Serif"/>
              </a:rPr>
              <a:t>it’s</a:t>
            </a:r>
            <a:r>
              <a:rPr sz="2200" spc="70" dirty="0">
                <a:solidFill>
                  <a:srgbClr val="292929"/>
                </a:solidFill>
                <a:latin typeface="Microsoft Sans Serif"/>
                <a:cs typeface="Microsoft Sans Serif"/>
              </a:rPr>
              <a:t> </a:t>
            </a:r>
            <a:r>
              <a:rPr sz="2200" spc="-45" dirty="0">
                <a:solidFill>
                  <a:srgbClr val="292929"/>
                </a:solidFill>
                <a:latin typeface="Microsoft Sans Serif"/>
                <a:cs typeface="Microsoft Sans Serif"/>
              </a:rPr>
              <a:t>possible</a:t>
            </a:r>
            <a:r>
              <a:rPr sz="2200" spc="80"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verify</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that</a:t>
            </a:r>
            <a:r>
              <a:rPr sz="2200" spc="7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40" dirty="0">
                <a:solidFill>
                  <a:srgbClr val="292929"/>
                </a:solidFill>
                <a:latin typeface="Microsoft Sans Serif"/>
                <a:cs typeface="Microsoft Sans Serif"/>
              </a:rPr>
              <a:t>best</a:t>
            </a:r>
            <a:r>
              <a:rPr sz="2200" spc="55" dirty="0">
                <a:solidFill>
                  <a:srgbClr val="292929"/>
                </a:solidFill>
                <a:latin typeface="Microsoft Sans Serif"/>
                <a:cs typeface="Microsoft Sans Serif"/>
              </a:rPr>
              <a:t> </a:t>
            </a:r>
            <a:r>
              <a:rPr sz="2200" spc="-75" dirty="0">
                <a:solidFill>
                  <a:srgbClr val="292929"/>
                </a:solidFill>
                <a:latin typeface="Microsoft Sans Serif"/>
                <a:cs typeface="Microsoft Sans Serif"/>
              </a:rPr>
              <a:t>launch</a:t>
            </a:r>
            <a:r>
              <a:rPr sz="2200" spc="80" dirty="0">
                <a:solidFill>
                  <a:srgbClr val="292929"/>
                </a:solidFill>
                <a:latin typeface="Microsoft Sans Serif"/>
                <a:cs typeface="Microsoft Sans Serif"/>
              </a:rPr>
              <a:t> </a:t>
            </a:r>
            <a:r>
              <a:rPr sz="2200" spc="-35" dirty="0">
                <a:solidFill>
                  <a:srgbClr val="292929"/>
                </a:solidFill>
                <a:latin typeface="Microsoft Sans Serif"/>
                <a:cs typeface="Microsoft Sans Serif"/>
              </a:rPr>
              <a:t>site</a:t>
            </a:r>
            <a:endParaRPr sz="2200">
              <a:latin typeface="Microsoft Sans Serif"/>
              <a:cs typeface="Microsoft Sans Serif"/>
            </a:endParaRPr>
          </a:p>
          <a:p>
            <a:pPr marL="241300">
              <a:lnSpc>
                <a:spcPct val="100000"/>
              </a:lnSpc>
              <a:spcBef>
                <a:spcPts val="5"/>
              </a:spcBef>
            </a:pPr>
            <a:r>
              <a:rPr sz="2200" spc="-85" dirty="0">
                <a:solidFill>
                  <a:srgbClr val="292929"/>
                </a:solidFill>
                <a:latin typeface="Microsoft Sans Serif"/>
                <a:cs typeface="Microsoft Sans Serif"/>
              </a:rPr>
              <a:t>nowadays</a:t>
            </a:r>
            <a:r>
              <a:rPr sz="2200" spc="65" dirty="0">
                <a:solidFill>
                  <a:srgbClr val="292929"/>
                </a:solidFill>
                <a:latin typeface="Microsoft Sans Serif"/>
                <a:cs typeface="Microsoft Sans Serif"/>
              </a:rPr>
              <a:t> </a:t>
            </a:r>
            <a:r>
              <a:rPr sz="2200" spc="-60" dirty="0">
                <a:solidFill>
                  <a:srgbClr val="292929"/>
                </a:solidFill>
                <a:latin typeface="Microsoft Sans Serif"/>
                <a:cs typeface="Microsoft Sans Serif"/>
              </a:rPr>
              <a:t>is</a:t>
            </a:r>
            <a:r>
              <a:rPr sz="2200" spc="75" dirty="0">
                <a:solidFill>
                  <a:srgbClr val="292929"/>
                </a:solidFill>
                <a:latin typeface="Microsoft Sans Serif"/>
                <a:cs typeface="Microsoft Sans Serif"/>
              </a:rPr>
              <a:t> </a:t>
            </a:r>
            <a:r>
              <a:rPr sz="2200" spc="-160" dirty="0">
                <a:solidFill>
                  <a:srgbClr val="292929"/>
                </a:solidFill>
                <a:latin typeface="Microsoft Sans Serif"/>
                <a:cs typeface="Microsoft Sans Serif"/>
              </a:rPr>
              <a:t>CCAF5</a:t>
            </a:r>
            <a:r>
              <a:rPr sz="2200" spc="85" dirty="0">
                <a:solidFill>
                  <a:srgbClr val="292929"/>
                </a:solidFill>
                <a:latin typeface="Microsoft Sans Serif"/>
                <a:cs typeface="Microsoft Sans Serif"/>
              </a:rPr>
              <a:t> </a:t>
            </a:r>
            <a:r>
              <a:rPr sz="2200" spc="-240" dirty="0">
                <a:solidFill>
                  <a:srgbClr val="292929"/>
                </a:solidFill>
                <a:latin typeface="Microsoft Sans Serif"/>
                <a:cs typeface="Microsoft Sans Serif"/>
              </a:rPr>
              <a:t>SLC</a:t>
            </a:r>
            <a:r>
              <a:rPr sz="2200" spc="90" dirty="0">
                <a:solidFill>
                  <a:srgbClr val="292929"/>
                </a:solidFill>
                <a:latin typeface="Microsoft Sans Serif"/>
                <a:cs typeface="Microsoft Sans Serif"/>
              </a:rPr>
              <a:t> </a:t>
            </a:r>
            <a:r>
              <a:rPr sz="2200" spc="25" dirty="0">
                <a:solidFill>
                  <a:srgbClr val="292929"/>
                </a:solidFill>
                <a:latin typeface="Microsoft Sans Serif"/>
                <a:cs typeface="Microsoft Sans Serif"/>
              </a:rPr>
              <a:t>40,</a:t>
            </a:r>
            <a:r>
              <a:rPr sz="2200" spc="90" dirty="0">
                <a:solidFill>
                  <a:srgbClr val="292929"/>
                </a:solidFill>
                <a:latin typeface="Microsoft Sans Serif"/>
                <a:cs typeface="Microsoft Sans Serif"/>
              </a:rPr>
              <a:t> </a:t>
            </a:r>
            <a:r>
              <a:rPr sz="2200" spc="-75" dirty="0">
                <a:solidFill>
                  <a:srgbClr val="292929"/>
                </a:solidFill>
                <a:latin typeface="Microsoft Sans Serif"/>
                <a:cs typeface="Microsoft Sans Serif"/>
              </a:rPr>
              <a:t>where</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most</a:t>
            </a:r>
            <a:r>
              <a:rPr sz="2200" spc="65"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90" dirty="0">
                <a:solidFill>
                  <a:srgbClr val="292929"/>
                </a:solidFill>
                <a:latin typeface="Microsoft Sans Serif"/>
                <a:cs typeface="Microsoft Sans Serif"/>
              </a:rPr>
              <a:t> </a:t>
            </a:r>
            <a:r>
              <a:rPr sz="2200" spc="-60" dirty="0">
                <a:solidFill>
                  <a:srgbClr val="292929"/>
                </a:solidFill>
                <a:latin typeface="Microsoft Sans Serif"/>
                <a:cs typeface="Microsoft Sans Serif"/>
              </a:rPr>
              <a:t>recent</a:t>
            </a:r>
            <a:r>
              <a:rPr sz="2200" spc="90" dirty="0">
                <a:solidFill>
                  <a:srgbClr val="292929"/>
                </a:solidFill>
                <a:latin typeface="Microsoft Sans Serif"/>
                <a:cs typeface="Microsoft Sans Serif"/>
              </a:rPr>
              <a:t> </a:t>
            </a:r>
            <a:r>
              <a:rPr sz="2200" spc="-95" dirty="0">
                <a:solidFill>
                  <a:srgbClr val="292929"/>
                </a:solidFill>
                <a:latin typeface="Microsoft Sans Serif"/>
                <a:cs typeface="Microsoft Sans Serif"/>
              </a:rPr>
              <a:t>launches</a:t>
            </a:r>
            <a:r>
              <a:rPr sz="2200" spc="90"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130"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endParaRPr sz="220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85" dirty="0">
                <a:solidFill>
                  <a:srgbClr val="292929"/>
                </a:solidFill>
                <a:latin typeface="Microsoft Sans Serif"/>
                <a:cs typeface="Microsoft Sans Serif"/>
              </a:rPr>
              <a:t>In</a:t>
            </a:r>
            <a:r>
              <a:rPr sz="2200" spc="65" dirty="0">
                <a:solidFill>
                  <a:srgbClr val="292929"/>
                </a:solidFill>
                <a:latin typeface="Microsoft Sans Serif"/>
                <a:cs typeface="Microsoft Sans Serif"/>
              </a:rPr>
              <a:t> </a:t>
            </a:r>
            <a:r>
              <a:rPr sz="2200" spc="-80" dirty="0">
                <a:solidFill>
                  <a:srgbClr val="292929"/>
                </a:solidFill>
                <a:latin typeface="Microsoft Sans Serif"/>
                <a:cs typeface="Microsoft Sans Serif"/>
              </a:rPr>
              <a:t>second</a:t>
            </a:r>
            <a:r>
              <a:rPr sz="2200" spc="85" dirty="0">
                <a:solidFill>
                  <a:srgbClr val="292929"/>
                </a:solidFill>
                <a:latin typeface="Microsoft Sans Serif"/>
                <a:cs typeface="Microsoft Sans Serif"/>
              </a:rPr>
              <a:t> </a:t>
            </a:r>
            <a:r>
              <a:rPr sz="2200" spc="-80" dirty="0">
                <a:solidFill>
                  <a:srgbClr val="292929"/>
                </a:solidFill>
                <a:latin typeface="Microsoft Sans Serif"/>
                <a:cs typeface="Microsoft Sans Serif"/>
              </a:rPr>
              <a:t>place</a:t>
            </a:r>
            <a:r>
              <a:rPr sz="2200" spc="65" dirty="0">
                <a:solidFill>
                  <a:srgbClr val="292929"/>
                </a:solidFill>
                <a:latin typeface="Microsoft Sans Serif"/>
                <a:cs typeface="Microsoft Sans Serif"/>
              </a:rPr>
              <a:t> </a:t>
            </a:r>
            <a:r>
              <a:rPr sz="2200" spc="-135" dirty="0">
                <a:solidFill>
                  <a:srgbClr val="292929"/>
                </a:solidFill>
                <a:latin typeface="Microsoft Sans Serif"/>
                <a:cs typeface="Microsoft Sans Serif"/>
              </a:rPr>
              <a:t>VAFB</a:t>
            </a:r>
            <a:r>
              <a:rPr sz="2200" spc="70" dirty="0">
                <a:solidFill>
                  <a:srgbClr val="292929"/>
                </a:solidFill>
                <a:latin typeface="Microsoft Sans Serif"/>
                <a:cs typeface="Microsoft Sans Serif"/>
              </a:rPr>
              <a:t> </a:t>
            </a:r>
            <a:r>
              <a:rPr sz="2200" spc="-240" dirty="0">
                <a:solidFill>
                  <a:srgbClr val="292929"/>
                </a:solidFill>
                <a:latin typeface="Microsoft Sans Serif"/>
                <a:cs typeface="Microsoft Sans Serif"/>
              </a:rPr>
              <a:t>SLC</a:t>
            </a:r>
            <a:r>
              <a:rPr sz="2200" spc="90" dirty="0">
                <a:solidFill>
                  <a:srgbClr val="292929"/>
                </a:solidFill>
                <a:latin typeface="Microsoft Sans Serif"/>
                <a:cs typeface="Microsoft Sans Serif"/>
              </a:rPr>
              <a:t> </a:t>
            </a:r>
            <a:r>
              <a:rPr sz="2200" spc="-105" dirty="0">
                <a:solidFill>
                  <a:srgbClr val="292929"/>
                </a:solidFill>
                <a:latin typeface="Microsoft Sans Serif"/>
                <a:cs typeface="Microsoft Sans Serif"/>
              </a:rPr>
              <a:t>4E</a:t>
            </a:r>
            <a:r>
              <a:rPr sz="2200" spc="8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60" dirty="0">
                <a:solidFill>
                  <a:srgbClr val="292929"/>
                </a:solidFill>
                <a:latin typeface="Microsoft Sans Serif"/>
                <a:cs typeface="Microsoft Sans Serif"/>
              </a:rPr>
              <a:t> </a:t>
            </a:r>
            <a:r>
              <a:rPr sz="2200" spc="15" dirty="0">
                <a:solidFill>
                  <a:srgbClr val="292929"/>
                </a:solidFill>
                <a:latin typeface="Microsoft Sans Serif"/>
                <a:cs typeface="Microsoft Sans Serif"/>
              </a:rPr>
              <a:t>third</a:t>
            </a:r>
            <a:r>
              <a:rPr sz="2200" spc="100" dirty="0">
                <a:solidFill>
                  <a:srgbClr val="292929"/>
                </a:solidFill>
                <a:latin typeface="Microsoft Sans Serif"/>
                <a:cs typeface="Microsoft Sans Serif"/>
              </a:rPr>
              <a:t> </a:t>
            </a:r>
            <a:r>
              <a:rPr sz="2200" spc="-80" dirty="0">
                <a:solidFill>
                  <a:srgbClr val="292929"/>
                </a:solidFill>
                <a:latin typeface="Microsoft Sans Serif"/>
                <a:cs typeface="Microsoft Sans Serif"/>
              </a:rPr>
              <a:t>place</a:t>
            </a:r>
            <a:r>
              <a:rPr sz="2200" spc="65" dirty="0">
                <a:solidFill>
                  <a:srgbClr val="292929"/>
                </a:solidFill>
                <a:latin typeface="Microsoft Sans Serif"/>
                <a:cs typeface="Microsoft Sans Serif"/>
              </a:rPr>
              <a:t> </a:t>
            </a:r>
            <a:r>
              <a:rPr sz="2200" spc="-280" dirty="0">
                <a:solidFill>
                  <a:srgbClr val="292929"/>
                </a:solidFill>
                <a:latin typeface="Microsoft Sans Serif"/>
                <a:cs typeface="Microsoft Sans Serif"/>
              </a:rPr>
              <a:t>KSC</a:t>
            </a:r>
            <a:r>
              <a:rPr sz="2200" spc="-225" dirty="0">
                <a:solidFill>
                  <a:srgbClr val="292929"/>
                </a:solidFill>
                <a:latin typeface="Microsoft Sans Serif"/>
                <a:cs typeface="Microsoft Sans Serif"/>
              </a:rPr>
              <a:t> </a:t>
            </a:r>
            <a:r>
              <a:rPr sz="2200" spc="-204" dirty="0">
                <a:solidFill>
                  <a:srgbClr val="292929"/>
                </a:solidFill>
                <a:latin typeface="Microsoft Sans Serif"/>
                <a:cs typeface="Microsoft Sans Serif"/>
              </a:rPr>
              <a:t>LC</a:t>
            </a:r>
            <a:r>
              <a:rPr sz="2200" spc="114" dirty="0">
                <a:solidFill>
                  <a:srgbClr val="292929"/>
                </a:solidFill>
                <a:latin typeface="Microsoft Sans Serif"/>
                <a:cs typeface="Microsoft Sans Serif"/>
              </a:rPr>
              <a:t> </a:t>
            </a:r>
            <a:r>
              <a:rPr sz="2200" spc="-5" dirty="0">
                <a:solidFill>
                  <a:srgbClr val="292929"/>
                </a:solidFill>
                <a:latin typeface="Microsoft Sans Serif"/>
                <a:cs typeface="Microsoft Sans Serif"/>
              </a:rPr>
              <a:t>39A;</a:t>
            </a:r>
            <a:endParaRPr sz="220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35" dirty="0">
                <a:solidFill>
                  <a:srgbClr val="292929"/>
                </a:solidFill>
                <a:latin typeface="Microsoft Sans Serif"/>
                <a:cs typeface="Microsoft Sans Serif"/>
              </a:rPr>
              <a:t>It’s</a:t>
            </a:r>
            <a:r>
              <a:rPr sz="2200" spc="80" dirty="0">
                <a:solidFill>
                  <a:srgbClr val="292929"/>
                </a:solidFill>
                <a:latin typeface="Microsoft Sans Serif"/>
                <a:cs typeface="Microsoft Sans Serif"/>
              </a:rPr>
              <a:t> </a:t>
            </a:r>
            <a:r>
              <a:rPr sz="2200" spc="-75" dirty="0">
                <a:solidFill>
                  <a:srgbClr val="292929"/>
                </a:solidFill>
                <a:latin typeface="Microsoft Sans Serif"/>
                <a:cs typeface="Microsoft Sans Serif"/>
              </a:rPr>
              <a:t>also</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possible</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60" dirty="0">
                <a:solidFill>
                  <a:srgbClr val="292929"/>
                </a:solidFill>
                <a:latin typeface="Microsoft Sans Serif"/>
                <a:cs typeface="Microsoft Sans Serif"/>
              </a:rPr>
              <a:t> </a:t>
            </a:r>
            <a:r>
              <a:rPr sz="2200" spc="-130" dirty="0">
                <a:solidFill>
                  <a:srgbClr val="292929"/>
                </a:solidFill>
                <a:latin typeface="Microsoft Sans Serif"/>
                <a:cs typeface="Microsoft Sans Serif"/>
              </a:rPr>
              <a:t>see</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that</a:t>
            </a:r>
            <a:r>
              <a:rPr sz="2200" spc="6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general</a:t>
            </a:r>
            <a:r>
              <a:rPr sz="2200" spc="75" dirty="0">
                <a:solidFill>
                  <a:srgbClr val="292929"/>
                </a:solidFill>
                <a:latin typeface="Microsoft Sans Serif"/>
                <a:cs typeface="Microsoft Sans Serif"/>
              </a:rPr>
              <a:t> </a:t>
            </a:r>
            <a:r>
              <a:rPr sz="2200" spc="-130" dirty="0">
                <a:solidFill>
                  <a:srgbClr val="292929"/>
                </a:solidFill>
                <a:latin typeface="Microsoft Sans Serif"/>
                <a:cs typeface="Microsoft Sans Serif"/>
              </a:rPr>
              <a:t>success</a:t>
            </a:r>
            <a:r>
              <a:rPr sz="2200" spc="90" dirty="0">
                <a:solidFill>
                  <a:srgbClr val="292929"/>
                </a:solidFill>
                <a:latin typeface="Microsoft Sans Serif"/>
                <a:cs typeface="Microsoft Sans Serif"/>
              </a:rPr>
              <a:t> </a:t>
            </a:r>
            <a:r>
              <a:rPr sz="2200" spc="-40" dirty="0">
                <a:solidFill>
                  <a:srgbClr val="292929"/>
                </a:solidFill>
                <a:latin typeface="Microsoft Sans Serif"/>
                <a:cs typeface="Microsoft Sans Serif"/>
              </a:rPr>
              <a:t>rate</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improved</a:t>
            </a:r>
            <a:r>
              <a:rPr sz="2200" spc="60" dirty="0">
                <a:solidFill>
                  <a:srgbClr val="292929"/>
                </a:solidFill>
                <a:latin typeface="Microsoft Sans Serif"/>
                <a:cs typeface="Microsoft Sans Serif"/>
              </a:rPr>
              <a:t> </a:t>
            </a:r>
            <a:r>
              <a:rPr sz="2200" spc="-45" dirty="0">
                <a:solidFill>
                  <a:srgbClr val="292929"/>
                </a:solidFill>
                <a:latin typeface="Microsoft Sans Serif"/>
                <a:cs typeface="Microsoft Sans Serif"/>
              </a:rPr>
              <a:t>over</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time.</a:t>
            </a:r>
            <a:endParaRPr sz="2200">
              <a:latin typeface="Microsoft Sans Serif"/>
              <a:cs typeface="Microsoft Sans Serif"/>
            </a:endParaRPr>
          </a:p>
        </p:txBody>
      </p:sp>
      <p:pic>
        <p:nvPicPr>
          <p:cNvPr id="6" name="object 4">
            <a:extLst>
              <a:ext uri="{FF2B5EF4-FFF2-40B4-BE49-F238E27FC236}">
                <a16:creationId xmlns:a16="http://schemas.microsoft.com/office/drawing/2014/main" id="{2B21807B-C37C-3F0B-9B99-B49DC88AECF8}"/>
              </a:ext>
            </a:extLst>
          </p:cNvPr>
          <p:cNvPicPr/>
          <p:nvPr/>
        </p:nvPicPr>
        <p:blipFill>
          <a:blip r:embed="rId3" cstate="print"/>
          <a:stretch>
            <a:fillRect/>
          </a:stretch>
        </p:blipFill>
        <p:spPr>
          <a:xfrm>
            <a:off x="769619" y="1384300"/>
            <a:ext cx="10576560" cy="2385060"/>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sp>
        <p:nvSpPr>
          <p:cNvPr id="2" name="object 2">
            <a:extLst>
              <a:ext uri="{FF2B5EF4-FFF2-40B4-BE49-F238E27FC236}">
                <a16:creationId xmlns:a16="http://schemas.microsoft.com/office/drawing/2014/main" id="{0FD74B94-CA95-6FC1-37E7-09DF7A49660D}"/>
              </a:ext>
            </a:extLst>
          </p:cNvPr>
          <p:cNvSpPr txBox="1"/>
          <p:nvPr/>
        </p:nvSpPr>
        <p:spPr>
          <a:xfrm>
            <a:off x="835977" y="3959288"/>
            <a:ext cx="10083800" cy="154559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95" dirty="0">
                <a:solidFill>
                  <a:srgbClr val="292929"/>
                </a:solidFill>
                <a:latin typeface="Microsoft Sans Serif"/>
                <a:cs typeface="Microsoft Sans Serif"/>
              </a:rPr>
              <a:t>Payloads</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over</a:t>
            </a:r>
            <a:r>
              <a:rPr sz="2200" spc="90" dirty="0">
                <a:solidFill>
                  <a:srgbClr val="292929"/>
                </a:solidFill>
                <a:latin typeface="Microsoft Sans Serif"/>
                <a:cs typeface="Microsoft Sans Serif"/>
              </a:rPr>
              <a:t> </a:t>
            </a:r>
            <a:r>
              <a:rPr sz="2200" spc="30" dirty="0">
                <a:solidFill>
                  <a:srgbClr val="292929"/>
                </a:solidFill>
                <a:latin typeface="Microsoft Sans Serif"/>
                <a:cs typeface="Microsoft Sans Serif"/>
              </a:rPr>
              <a:t>9,000kg</a:t>
            </a:r>
            <a:r>
              <a:rPr sz="2200" spc="95" dirty="0">
                <a:solidFill>
                  <a:srgbClr val="292929"/>
                </a:solidFill>
                <a:latin typeface="Microsoft Sans Serif"/>
                <a:cs typeface="Microsoft Sans Serif"/>
              </a:rPr>
              <a:t> </a:t>
            </a:r>
            <a:r>
              <a:rPr sz="2200" spc="-40" dirty="0">
                <a:solidFill>
                  <a:srgbClr val="292929"/>
                </a:solidFill>
                <a:latin typeface="Microsoft Sans Serif"/>
                <a:cs typeface="Microsoft Sans Serif"/>
              </a:rPr>
              <a:t>(about</a:t>
            </a:r>
            <a:r>
              <a:rPr sz="2200" spc="7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5" dirty="0">
                <a:solidFill>
                  <a:srgbClr val="292929"/>
                </a:solidFill>
                <a:latin typeface="Microsoft Sans Serif"/>
                <a:cs typeface="Microsoft Sans Serif"/>
              </a:rPr>
              <a:t> </a:t>
            </a:r>
            <a:r>
              <a:rPr sz="2200" spc="-20" dirty="0">
                <a:solidFill>
                  <a:srgbClr val="292929"/>
                </a:solidFill>
                <a:latin typeface="Microsoft Sans Serif"/>
                <a:cs typeface="Microsoft Sans Serif"/>
              </a:rPr>
              <a:t>weight</a:t>
            </a:r>
            <a:r>
              <a:rPr sz="2200" spc="65"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85" dirty="0">
                <a:solidFill>
                  <a:srgbClr val="292929"/>
                </a:solidFill>
                <a:latin typeface="Microsoft Sans Serif"/>
                <a:cs typeface="Microsoft Sans Serif"/>
              </a:rPr>
              <a:t> </a:t>
            </a:r>
            <a:r>
              <a:rPr sz="2200" spc="-145" dirty="0">
                <a:solidFill>
                  <a:srgbClr val="292929"/>
                </a:solidFill>
                <a:latin typeface="Microsoft Sans Serif"/>
                <a:cs typeface="Microsoft Sans Serif"/>
              </a:rPr>
              <a:t>a</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school</a:t>
            </a:r>
            <a:r>
              <a:rPr sz="2200" spc="80" dirty="0">
                <a:solidFill>
                  <a:srgbClr val="292929"/>
                </a:solidFill>
                <a:latin typeface="Microsoft Sans Serif"/>
                <a:cs typeface="Microsoft Sans Serif"/>
              </a:rPr>
              <a:t> </a:t>
            </a:r>
            <a:r>
              <a:rPr sz="2200" spc="-85" dirty="0">
                <a:solidFill>
                  <a:srgbClr val="292929"/>
                </a:solidFill>
                <a:latin typeface="Microsoft Sans Serif"/>
                <a:cs typeface="Microsoft Sans Serif"/>
              </a:rPr>
              <a:t>bus)</a:t>
            </a:r>
            <a:r>
              <a:rPr sz="2200" spc="75" dirty="0">
                <a:solidFill>
                  <a:srgbClr val="292929"/>
                </a:solidFill>
                <a:latin typeface="Microsoft Sans Serif"/>
                <a:cs typeface="Microsoft Sans Serif"/>
              </a:rPr>
              <a:t> </a:t>
            </a:r>
            <a:r>
              <a:rPr sz="2200" spc="-100" dirty="0">
                <a:solidFill>
                  <a:srgbClr val="292929"/>
                </a:solidFill>
                <a:latin typeface="Microsoft Sans Serif"/>
                <a:cs typeface="Microsoft Sans Serif"/>
              </a:rPr>
              <a:t>have</a:t>
            </a:r>
            <a:r>
              <a:rPr sz="2200" spc="85" dirty="0">
                <a:solidFill>
                  <a:srgbClr val="292929"/>
                </a:solidFill>
                <a:latin typeface="Microsoft Sans Serif"/>
                <a:cs typeface="Microsoft Sans Serif"/>
              </a:rPr>
              <a:t> </a:t>
            </a:r>
            <a:r>
              <a:rPr sz="2200" spc="-65" dirty="0">
                <a:solidFill>
                  <a:srgbClr val="292929"/>
                </a:solidFill>
                <a:latin typeface="Microsoft Sans Serif"/>
                <a:cs typeface="Microsoft Sans Serif"/>
              </a:rPr>
              <a:t>excellent</a:t>
            </a:r>
            <a:r>
              <a:rPr sz="2200" spc="105" dirty="0">
                <a:solidFill>
                  <a:srgbClr val="292929"/>
                </a:solidFill>
                <a:latin typeface="Microsoft Sans Serif"/>
                <a:cs typeface="Microsoft Sans Serif"/>
              </a:rPr>
              <a:t> </a:t>
            </a:r>
            <a:r>
              <a:rPr sz="2200" spc="-130" dirty="0">
                <a:solidFill>
                  <a:srgbClr val="292929"/>
                </a:solidFill>
                <a:latin typeface="Microsoft Sans Serif"/>
                <a:cs typeface="Microsoft Sans Serif"/>
              </a:rPr>
              <a:t>success</a:t>
            </a:r>
            <a:endParaRPr sz="2200">
              <a:latin typeface="Microsoft Sans Serif"/>
              <a:cs typeface="Microsoft Sans Serif"/>
            </a:endParaRPr>
          </a:p>
          <a:p>
            <a:pPr marL="241300">
              <a:lnSpc>
                <a:spcPct val="100000"/>
              </a:lnSpc>
              <a:spcBef>
                <a:spcPts val="5"/>
              </a:spcBef>
            </a:pPr>
            <a:r>
              <a:rPr sz="2200" spc="-55" dirty="0">
                <a:solidFill>
                  <a:srgbClr val="292929"/>
                </a:solidFill>
                <a:latin typeface="Microsoft Sans Serif"/>
                <a:cs typeface="Microsoft Sans Serif"/>
              </a:rPr>
              <a:t>rate;</a:t>
            </a:r>
            <a:endParaRPr sz="220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95" dirty="0">
                <a:solidFill>
                  <a:srgbClr val="292929"/>
                </a:solidFill>
                <a:latin typeface="Microsoft Sans Serif"/>
                <a:cs typeface="Microsoft Sans Serif"/>
              </a:rPr>
              <a:t>Payloads</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over</a:t>
            </a:r>
            <a:r>
              <a:rPr sz="2200" spc="90" dirty="0">
                <a:solidFill>
                  <a:srgbClr val="292929"/>
                </a:solidFill>
                <a:latin typeface="Microsoft Sans Serif"/>
                <a:cs typeface="Microsoft Sans Serif"/>
              </a:rPr>
              <a:t> </a:t>
            </a:r>
            <a:r>
              <a:rPr sz="2200" spc="40" dirty="0">
                <a:solidFill>
                  <a:srgbClr val="292929"/>
                </a:solidFill>
                <a:latin typeface="Microsoft Sans Serif"/>
                <a:cs typeface="Microsoft Sans Serif"/>
              </a:rPr>
              <a:t>12,000kg</a:t>
            </a:r>
            <a:r>
              <a:rPr sz="2200" spc="95" dirty="0">
                <a:solidFill>
                  <a:srgbClr val="292929"/>
                </a:solidFill>
                <a:latin typeface="Microsoft Sans Serif"/>
                <a:cs typeface="Microsoft Sans Serif"/>
              </a:rPr>
              <a:t> </a:t>
            </a:r>
            <a:r>
              <a:rPr sz="2200" spc="-130" dirty="0">
                <a:solidFill>
                  <a:srgbClr val="292929"/>
                </a:solidFill>
                <a:latin typeface="Microsoft Sans Serif"/>
                <a:cs typeface="Microsoft Sans Serif"/>
              </a:rPr>
              <a:t>seems</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60" dirty="0">
                <a:solidFill>
                  <a:srgbClr val="292929"/>
                </a:solidFill>
                <a:latin typeface="Microsoft Sans Serif"/>
                <a:cs typeface="Microsoft Sans Serif"/>
              </a:rPr>
              <a:t> </a:t>
            </a:r>
            <a:r>
              <a:rPr sz="2200" spc="-55" dirty="0">
                <a:solidFill>
                  <a:srgbClr val="292929"/>
                </a:solidFill>
                <a:latin typeface="Microsoft Sans Serif"/>
                <a:cs typeface="Microsoft Sans Serif"/>
              </a:rPr>
              <a:t>be</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possible</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only</a:t>
            </a:r>
            <a:r>
              <a:rPr sz="2200" spc="85" dirty="0">
                <a:solidFill>
                  <a:srgbClr val="292929"/>
                </a:solidFill>
                <a:latin typeface="Microsoft Sans Serif"/>
                <a:cs typeface="Microsoft Sans Serif"/>
              </a:rPr>
              <a:t> </a:t>
            </a:r>
            <a:r>
              <a:rPr sz="2200" spc="-35" dirty="0">
                <a:solidFill>
                  <a:srgbClr val="292929"/>
                </a:solidFill>
                <a:latin typeface="Microsoft Sans Serif"/>
                <a:cs typeface="Microsoft Sans Serif"/>
              </a:rPr>
              <a:t>on</a:t>
            </a:r>
            <a:r>
              <a:rPr sz="2200" spc="75" dirty="0">
                <a:solidFill>
                  <a:srgbClr val="292929"/>
                </a:solidFill>
                <a:latin typeface="Microsoft Sans Serif"/>
                <a:cs typeface="Microsoft Sans Serif"/>
              </a:rPr>
              <a:t> </a:t>
            </a:r>
            <a:r>
              <a:rPr sz="2200" spc="-240" dirty="0">
                <a:solidFill>
                  <a:srgbClr val="292929"/>
                </a:solidFill>
                <a:latin typeface="Microsoft Sans Serif"/>
                <a:cs typeface="Microsoft Sans Serif"/>
              </a:rPr>
              <a:t>CCAFS</a:t>
            </a:r>
            <a:r>
              <a:rPr sz="2200" spc="80" dirty="0">
                <a:solidFill>
                  <a:srgbClr val="292929"/>
                </a:solidFill>
                <a:latin typeface="Microsoft Sans Serif"/>
                <a:cs typeface="Microsoft Sans Serif"/>
              </a:rPr>
              <a:t> </a:t>
            </a:r>
            <a:r>
              <a:rPr sz="2200" spc="-240" dirty="0">
                <a:solidFill>
                  <a:srgbClr val="292929"/>
                </a:solidFill>
                <a:latin typeface="Microsoft Sans Serif"/>
                <a:cs typeface="Microsoft Sans Serif"/>
              </a:rPr>
              <a:t>SLC</a:t>
            </a:r>
            <a:r>
              <a:rPr sz="2200" spc="90" dirty="0">
                <a:solidFill>
                  <a:srgbClr val="292929"/>
                </a:solidFill>
                <a:latin typeface="Microsoft Sans Serif"/>
                <a:cs typeface="Microsoft Sans Serif"/>
              </a:rPr>
              <a:t> </a:t>
            </a:r>
            <a:r>
              <a:rPr sz="2200" spc="95" dirty="0">
                <a:solidFill>
                  <a:srgbClr val="292929"/>
                </a:solidFill>
                <a:latin typeface="Microsoft Sans Serif"/>
                <a:cs typeface="Microsoft Sans Serif"/>
              </a:rPr>
              <a:t>40</a:t>
            </a:r>
            <a:r>
              <a:rPr sz="2200" spc="7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85" dirty="0">
                <a:solidFill>
                  <a:srgbClr val="292929"/>
                </a:solidFill>
                <a:latin typeface="Microsoft Sans Serif"/>
                <a:cs typeface="Microsoft Sans Serif"/>
              </a:rPr>
              <a:t> </a:t>
            </a:r>
            <a:r>
              <a:rPr sz="2200" spc="-280" dirty="0">
                <a:solidFill>
                  <a:srgbClr val="292929"/>
                </a:solidFill>
                <a:latin typeface="Microsoft Sans Serif"/>
                <a:cs typeface="Microsoft Sans Serif"/>
              </a:rPr>
              <a:t>KSC</a:t>
            </a:r>
            <a:r>
              <a:rPr sz="2200" spc="90" dirty="0">
                <a:solidFill>
                  <a:srgbClr val="292929"/>
                </a:solidFill>
                <a:latin typeface="Microsoft Sans Serif"/>
                <a:cs typeface="Microsoft Sans Serif"/>
              </a:rPr>
              <a:t> </a:t>
            </a:r>
            <a:r>
              <a:rPr sz="2200" spc="-204" dirty="0">
                <a:solidFill>
                  <a:srgbClr val="292929"/>
                </a:solidFill>
                <a:latin typeface="Microsoft Sans Serif"/>
                <a:cs typeface="Microsoft Sans Serif"/>
              </a:rPr>
              <a:t>LC</a:t>
            </a:r>
            <a:endParaRPr sz="2200">
              <a:latin typeface="Microsoft Sans Serif"/>
              <a:cs typeface="Microsoft Sans Serif"/>
            </a:endParaRPr>
          </a:p>
          <a:p>
            <a:pPr marL="241300">
              <a:lnSpc>
                <a:spcPct val="100000"/>
              </a:lnSpc>
            </a:pPr>
            <a:r>
              <a:rPr sz="2200" spc="30" dirty="0">
                <a:solidFill>
                  <a:srgbClr val="292929"/>
                </a:solidFill>
                <a:latin typeface="Microsoft Sans Serif"/>
                <a:cs typeface="Microsoft Sans Serif"/>
              </a:rPr>
              <a:t>39A</a:t>
            </a:r>
            <a:r>
              <a:rPr sz="2200" spc="55" dirty="0">
                <a:solidFill>
                  <a:srgbClr val="292929"/>
                </a:solidFill>
                <a:latin typeface="Microsoft Sans Serif"/>
                <a:cs typeface="Microsoft Sans Serif"/>
              </a:rPr>
              <a:t> </a:t>
            </a:r>
            <a:r>
              <a:rPr sz="2200" spc="-80" dirty="0">
                <a:solidFill>
                  <a:srgbClr val="292929"/>
                </a:solidFill>
                <a:latin typeface="Microsoft Sans Serif"/>
                <a:cs typeface="Microsoft Sans Serif"/>
              </a:rPr>
              <a:t>launch</a:t>
            </a:r>
            <a:r>
              <a:rPr sz="2200" spc="55" dirty="0">
                <a:solidFill>
                  <a:srgbClr val="292929"/>
                </a:solidFill>
                <a:latin typeface="Microsoft Sans Serif"/>
                <a:cs typeface="Microsoft Sans Serif"/>
              </a:rPr>
              <a:t> </a:t>
            </a:r>
            <a:r>
              <a:rPr sz="2200" spc="-65" dirty="0">
                <a:solidFill>
                  <a:srgbClr val="292929"/>
                </a:solidFill>
                <a:latin typeface="Microsoft Sans Serif"/>
                <a:cs typeface="Microsoft Sans Serif"/>
              </a:rPr>
              <a:t>sites.</a:t>
            </a:r>
            <a:endParaRPr sz="2200">
              <a:latin typeface="Microsoft Sans Serif"/>
              <a:cs typeface="Microsoft Sans Serif"/>
            </a:endParaRPr>
          </a:p>
        </p:txBody>
      </p:sp>
      <p:pic>
        <p:nvPicPr>
          <p:cNvPr id="6" name="object 4">
            <a:extLst>
              <a:ext uri="{FF2B5EF4-FFF2-40B4-BE49-F238E27FC236}">
                <a16:creationId xmlns:a16="http://schemas.microsoft.com/office/drawing/2014/main" id="{3DF2E4A4-7277-B7FB-2E20-034FE57AB06B}"/>
              </a:ext>
            </a:extLst>
          </p:cNvPr>
          <p:cNvPicPr/>
          <p:nvPr/>
        </p:nvPicPr>
        <p:blipFill>
          <a:blip r:embed="rId3" cstate="print"/>
          <a:stretch>
            <a:fillRect/>
          </a:stretch>
        </p:blipFill>
        <p:spPr>
          <a:xfrm>
            <a:off x="756919" y="1361439"/>
            <a:ext cx="10678160" cy="2382519"/>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sp>
        <p:nvSpPr>
          <p:cNvPr id="2" name="object 2">
            <a:extLst>
              <a:ext uri="{FF2B5EF4-FFF2-40B4-BE49-F238E27FC236}">
                <a16:creationId xmlns:a16="http://schemas.microsoft.com/office/drawing/2014/main" id="{9E41091E-EA64-7FA2-91F7-6D731331346D}"/>
              </a:ext>
            </a:extLst>
          </p:cNvPr>
          <p:cNvSpPr txBox="1"/>
          <p:nvPr/>
        </p:nvSpPr>
        <p:spPr>
          <a:xfrm>
            <a:off x="848994" y="1884997"/>
            <a:ext cx="5565140" cy="359346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45"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15" dirty="0">
                <a:solidFill>
                  <a:srgbClr val="292929"/>
                </a:solidFill>
                <a:latin typeface="Microsoft Sans Serif"/>
                <a:cs typeface="Microsoft Sans Serif"/>
              </a:rPr>
              <a:t>biggest</a:t>
            </a:r>
            <a:r>
              <a:rPr sz="2200" spc="80" dirty="0">
                <a:solidFill>
                  <a:srgbClr val="292929"/>
                </a:solidFill>
                <a:latin typeface="Microsoft Sans Serif"/>
                <a:cs typeface="Microsoft Sans Serif"/>
              </a:rPr>
              <a:t> </a:t>
            </a:r>
            <a:r>
              <a:rPr sz="2200" spc="-130" dirty="0">
                <a:solidFill>
                  <a:srgbClr val="292929"/>
                </a:solidFill>
                <a:latin typeface="Microsoft Sans Serif"/>
                <a:cs typeface="Microsoft Sans Serif"/>
              </a:rPr>
              <a:t>success</a:t>
            </a:r>
            <a:r>
              <a:rPr sz="2200" spc="75" dirty="0">
                <a:solidFill>
                  <a:srgbClr val="292929"/>
                </a:solidFill>
                <a:latin typeface="Microsoft Sans Serif"/>
                <a:cs typeface="Microsoft Sans Serif"/>
              </a:rPr>
              <a:t> </a:t>
            </a:r>
            <a:r>
              <a:rPr sz="2200" spc="-60" dirty="0">
                <a:solidFill>
                  <a:srgbClr val="292929"/>
                </a:solidFill>
                <a:latin typeface="Microsoft Sans Serif"/>
                <a:cs typeface="Microsoft Sans Serif"/>
              </a:rPr>
              <a:t>rates</a:t>
            </a:r>
            <a:r>
              <a:rPr sz="2200" spc="65" dirty="0">
                <a:solidFill>
                  <a:srgbClr val="292929"/>
                </a:solidFill>
                <a:latin typeface="Microsoft Sans Serif"/>
                <a:cs typeface="Microsoft Sans Serif"/>
              </a:rPr>
              <a:t> </a:t>
            </a:r>
            <a:r>
              <a:rPr sz="2200" spc="-75" dirty="0">
                <a:solidFill>
                  <a:srgbClr val="292929"/>
                </a:solidFill>
                <a:latin typeface="Microsoft Sans Serif"/>
                <a:cs typeface="Microsoft Sans Serif"/>
              </a:rPr>
              <a:t>happens</a:t>
            </a:r>
            <a:r>
              <a:rPr sz="2200" spc="6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55" dirty="0">
                <a:solidFill>
                  <a:srgbClr val="292929"/>
                </a:solidFill>
                <a:latin typeface="Microsoft Sans Serif"/>
                <a:cs typeface="Microsoft Sans Serif"/>
              </a:rPr>
              <a:t> </a:t>
            </a:r>
            <a:r>
              <a:rPr sz="2200" spc="-15" dirty="0">
                <a:solidFill>
                  <a:srgbClr val="292929"/>
                </a:solidFill>
                <a:latin typeface="Microsoft Sans Serif"/>
                <a:cs typeface="Microsoft Sans Serif"/>
              </a:rPr>
              <a:t>orbits:</a:t>
            </a:r>
            <a:endParaRPr sz="2200" dirty="0">
              <a:latin typeface="Microsoft Sans Serif"/>
              <a:cs typeface="Microsoft Sans Serif"/>
            </a:endParaRPr>
          </a:p>
          <a:p>
            <a:pPr marL="698500" lvl="1" indent="-228600">
              <a:lnSpc>
                <a:spcPct val="100000"/>
              </a:lnSpc>
              <a:spcBef>
                <a:spcPts val="1445"/>
              </a:spcBef>
              <a:buFont typeface="Arial MT"/>
              <a:buChar char="•"/>
              <a:tabLst>
                <a:tab pos="697865" algn="l"/>
                <a:tab pos="698500" algn="l"/>
              </a:tabLst>
            </a:pPr>
            <a:r>
              <a:rPr sz="1800" spc="-100" dirty="0">
                <a:solidFill>
                  <a:srgbClr val="292929"/>
                </a:solidFill>
                <a:latin typeface="Microsoft Sans Serif"/>
                <a:cs typeface="Microsoft Sans Serif"/>
              </a:rPr>
              <a:t>ES-L1;</a:t>
            </a:r>
            <a:endParaRPr sz="18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800" spc="-190" dirty="0">
                <a:solidFill>
                  <a:srgbClr val="292929"/>
                </a:solidFill>
                <a:latin typeface="Microsoft Sans Serif"/>
                <a:cs typeface="Microsoft Sans Serif"/>
              </a:rPr>
              <a:t>GEO;</a:t>
            </a:r>
            <a:endParaRPr sz="18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800" spc="-165" dirty="0">
                <a:solidFill>
                  <a:srgbClr val="292929"/>
                </a:solidFill>
                <a:latin typeface="Microsoft Sans Serif"/>
                <a:cs typeface="Microsoft Sans Serif"/>
              </a:rPr>
              <a:t>HE</a:t>
            </a:r>
            <a:r>
              <a:rPr sz="1800" spc="-180" dirty="0">
                <a:solidFill>
                  <a:srgbClr val="292929"/>
                </a:solidFill>
                <a:latin typeface="Microsoft Sans Serif"/>
                <a:cs typeface="Microsoft Sans Serif"/>
              </a:rPr>
              <a:t>O</a:t>
            </a:r>
            <a:r>
              <a:rPr sz="1800" spc="-90" dirty="0">
                <a:solidFill>
                  <a:srgbClr val="292929"/>
                </a:solidFill>
                <a:latin typeface="Microsoft Sans Serif"/>
                <a:cs typeface="Microsoft Sans Serif"/>
              </a:rPr>
              <a:t>;</a:t>
            </a:r>
            <a:r>
              <a:rPr sz="1800" spc="45" dirty="0">
                <a:solidFill>
                  <a:srgbClr val="292929"/>
                </a:solidFill>
                <a:latin typeface="Microsoft Sans Serif"/>
                <a:cs typeface="Microsoft Sans Serif"/>
              </a:rPr>
              <a:t> </a:t>
            </a:r>
            <a:r>
              <a:rPr sz="1800" spc="-60" dirty="0">
                <a:solidFill>
                  <a:srgbClr val="292929"/>
                </a:solidFill>
                <a:latin typeface="Microsoft Sans Serif"/>
                <a:cs typeface="Microsoft Sans Serif"/>
              </a:rPr>
              <a:t>and</a:t>
            </a:r>
            <a:endParaRPr sz="1800" dirty="0">
              <a:latin typeface="Microsoft Sans Serif"/>
              <a:cs typeface="Microsoft Sans Serif"/>
            </a:endParaRPr>
          </a:p>
          <a:p>
            <a:pPr marL="698500" lvl="1" indent="-228600">
              <a:lnSpc>
                <a:spcPct val="100000"/>
              </a:lnSpc>
              <a:spcBef>
                <a:spcPts val="1405"/>
              </a:spcBef>
              <a:buFont typeface="Arial MT"/>
              <a:buChar char="•"/>
              <a:tabLst>
                <a:tab pos="697865" algn="l"/>
                <a:tab pos="698500" algn="l"/>
              </a:tabLst>
            </a:pPr>
            <a:r>
              <a:rPr sz="1800" spc="-185" dirty="0">
                <a:solidFill>
                  <a:srgbClr val="292929"/>
                </a:solidFill>
                <a:latin typeface="Microsoft Sans Serif"/>
                <a:cs typeface="Microsoft Sans Serif"/>
              </a:rPr>
              <a:t>SSO.</a:t>
            </a:r>
            <a:endParaRPr sz="1800" dirty="0">
              <a:latin typeface="Microsoft Sans Serif"/>
              <a:cs typeface="Microsoft Sans Serif"/>
            </a:endParaRPr>
          </a:p>
          <a:p>
            <a:pPr marL="241300" indent="-228600">
              <a:lnSpc>
                <a:spcPct val="100000"/>
              </a:lnSpc>
              <a:spcBef>
                <a:spcPts val="1360"/>
              </a:spcBef>
              <a:buFont typeface="Arial MT"/>
              <a:buChar char="•"/>
              <a:tabLst>
                <a:tab pos="240665" algn="l"/>
                <a:tab pos="241300" algn="l"/>
              </a:tabLst>
            </a:pPr>
            <a:r>
              <a:rPr sz="2200" spc="-45" dirty="0">
                <a:solidFill>
                  <a:srgbClr val="292929"/>
                </a:solidFill>
                <a:latin typeface="Microsoft Sans Serif"/>
                <a:cs typeface="Microsoft Sans Serif"/>
              </a:rPr>
              <a:t>Followed</a:t>
            </a:r>
            <a:r>
              <a:rPr sz="2200" spc="50" dirty="0">
                <a:solidFill>
                  <a:srgbClr val="292929"/>
                </a:solidFill>
                <a:latin typeface="Microsoft Sans Serif"/>
                <a:cs typeface="Microsoft Sans Serif"/>
              </a:rPr>
              <a:t> </a:t>
            </a:r>
            <a:r>
              <a:rPr sz="2200" spc="-65" dirty="0">
                <a:solidFill>
                  <a:srgbClr val="292929"/>
                </a:solidFill>
                <a:latin typeface="Microsoft Sans Serif"/>
                <a:cs typeface="Microsoft Sans Serif"/>
              </a:rPr>
              <a:t>by:</a:t>
            </a:r>
            <a:endParaRPr sz="2200" dirty="0">
              <a:latin typeface="Microsoft Sans Serif"/>
              <a:cs typeface="Microsoft Sans Serif"/>
            </a:endParaRPr>
          </a:p>
          <a:p>
            <a:pPr marL="698500" lvl="1" indent="-228600">
              <a:lnSpc>
                <a:spcPct val="100000"/>
              </a:lnSpc>
              <a:spcBef>
                <a:spcPts val="1440"/>
              </a:spcBef>
              <a:buFont typeface="Arial MT"/>
              <a:buChar char="•"/>
              <a:tabLst>
                <a:tab pos="697865" algn="l"/>
                <a:tab pos="698500" algn="l"/>
              </a:tabLst>
            </a:pPr>
            <a:r>
              <a:rPr sz="1800" spc="-145" dirty="0">
                <a:solidFill>
                  <a:srgbClr val="292929"/>
                </a:solidFill>
                <a:latin typeface="Microsoft Sans Serif"/>
                <a:cs typeface="Microsoft Sans Serif"/>
              </a:rPr>
              <a:t>VLEO</a:t>
            </a:r>
            <a:r>
              <a:rPr sz="1800" spc="40" dirty="0">
                <a:solidFill>
                  <a:srgbClr val="292929"/>
                </a:solidFill>
                <a:latin typeface="Microsoft Sans Serif"/>
                <a:cs typeface="Microsoft Sans Serif"/>
              </a:rPr>
              <a:t> </a:t>
            </a:r>
            <a:r>
              <a:rPr sz="1800" spc="-70" dirty="0">
                <a:solidFill>
                  <a:srgbClr val="292929"/>
                </a:solidFill>
                <a:latin typeface="Microsoft Sans Serif"/>
                <a:cs typeface="Microsoft Sans Serif"/>
              </a:rPr>
              <a:t>(above</a:t>
            </a:r>
            <a:r>
              <a:rPr sz="1800" spc="40" dirty="0">
                <a:solidFill>
                  <a:srgbClr val="292929"/>
                </a:solidFill>
                <a:latin typeface="Microsoft Sans Serif"/>
                <a:cs typeface="Microsoft Sans Serif"/>
              </a:rPr>
              <a:t> </a:t>
            </a:r>
            <a:r>
              <a:rPr sz="1800" spc="-5" dirty="0">
                <a:solidFill>
                  <a:srgbClr val="292929"/>
                </a:solidFill>
                <a:latin typeface="Microsoft Sans Serif"/>
                <a:cs typeface="Microsoft Sans Serif"/>
              </a:rPr>
              <a:t>80%);</a:t>
            </a:r>
            <a:r>
              <a:rPr sz="1800" spc="50" dirty="0">
                <a:solidFill>
                  <a:srgbClr val="292929"/>
                </a:solidFill>
                <a:latin typeface="Microsoft Sans Serif"/>
                <a:cs typeface="Microsoft Sans Serif"/>
              </a:rPr>
              <a:t> </a:t>
            </a:r>
            <a:r>
              <a:rPr sz="1800" spc="-55" dirty="0">
                <a:solidFill>
                  <a:srgbClr val="292929"/>
                </a:solidFill>
                <a:latin typeface="Microsoft Sans Serif"/>
                <a:cs typeface="Microsoft Sans Serif"/>
              </a:rPr>
              <a:t>and</a:t>
            </a:r>
            <a:endParaRPr sz="1800" dirty="0">
              <a:latin typeface="Microsoft Sans Serif"/>
              <a:cs typeface="Microsoft Sans Serif"/>
            </a:endParaRPr>
          </a:p>
          <a:p>
            <a:pPr marL="698500" lvl="1" indent="-228600">
              <a:lnSpc>
                <a:spcPct val="100000"/>
              </a:lnSpc>
              <a:spcBef>
                <a:spcPts val="1400"/>
              </a:spcBef>
              <a:buFont typeface="Arial MT"/>
              <a:buChar char="•"/>
              <a:tabLst>
                <a:tab pos="697865" algn="l"/>
                <a:tab pos="698500" algn="l"/>
              </a:tabLst>
            </a:pPr>
            <a:r>
              <a:rPr sz="1800" spc="-125" dirty="0">
                <a:solidFill>
                  <a:srgbClr val="292929"/>
                </a:solidFill>
                <a:latin typeface="Microsoft Sans Serif"/>
                <a:cs typeface="Microsoft Sans Serif"/>
              </a:rPr>
              <a:t>LFO</a:t>
            </a:r>
            <a:r>
              <a:rPr sz="1800" spc="25" dirty="0">
                <a:solidFill>
                  <a:srgbClr val="292929"/>
                </a:solidFill>
                <a:latin typeface="Microsoft Sans Serif"/>
                <a:cs typeface="Microsoft Sans Serif"/>
              </a:rPr>
              <a:t> </a:t>
            </a:r>
            <a:r>
              <a:rPr sz="1800" spc="-70" dirty="0">
                <a:solidFill>
                  <a:srgbClr val="292929"/>
                </a:solidFill>
                <a:latin typeface="Microsoft Sans Serif"/>
                <a:cs typeface="Microsoft Sans Serif"/>
              </a:rPr>
              <a:t>(above</a:t>
            </a:r>
            <a:r>
              <a:rPr sz="1800" spc="35" dirty="0">
                <a:solidFill>
                  <a:srgbClr val="292929"/>
                </a:solidFill>
                <a:latin typeface="Microsoft Sans Serif"/>
                <a:cs typeface="Microsoft Sans Serif"/>
              </a:rPr>
              <a:t> </a:t>
            </a:r>
            <a:r>
              <a:rPr sz="1800" spc="-5" dirty="0">
                <a:solidFill>
                  <a:srgbClr val="292929"/>
                </a:solidFill>
                <a:latin typeface="Microsoft Sans Serif"/>
                <a:cs typeface="Microsoft Sans Serif"/>
              </a:rPr>
              <a:t>70%).</a:t>
            </a:r>
            <a:endParaRPr sz="1800" dirty="0">
              <a:latin typeface="Microsoft Sans Serif"/>
              <a:cs typeface="Microsoft Sans Serif"/>
            </a:endParaRPr>
          </a:p>
        </p:txBody>
      </p:sp>
      <p:pic>
        <p:nvPicPr>
          <p:cNvPr id="6" name="object 4">
            <a:extLst>
              <a:ext uri="{FF2B5EF4-FFF2-40B4-BE49-F238E27FC236}">
                <a16:creationId xmlns:a16="http://schemas.microsoft.com/office/drawing/2014/main" id="{E4464C9E-79F6-6596-4383-3AE066346B46}"/>
              </a:ext>
            </a:extLst>
          </p:cNvPr>
          <p:cNvPicPr/>
          <p:nvPr/>
        </p:nvPicPr>
        <p:blipFill>
          <a:blip r:embed="rId3" cstate="print"/>
          <a:stretch>
            <a:fillRect/>
          </a:stretch>
        </p:blipFill>
        <p:spPr>
          <a:xfrm>
            <a:off x="7741919" y="1869439"/>
            <a:ext cx="3543300" cy="2667000"/>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sp>
        <p:nvSpPr>
          <p:cNvPr id="2" name="object 2">
            <a:extLst>
              <a:ext uri="{FF2B5EF4-FFF2-40B4-BE49-F238E27FC236}">
                <a16:creationId xmlns:a16="http://schemas.microsoft.com/office/drawing/2014/main" id="{0523CD04-453E-B0FB-3E4A-0F208626FFC1}"/>
              </a:ext>
            </a:extLst>
          </p:cNvPr>
          <p:cNvSpPr txBox="1"/>
          <p:nvPr/>
        </p:nvSpPr>
        <p:spPr>
          <a:xfrm>
            <a:off x="848994" y="4087379"/>
            <a:ext cx="9236075" cy="1386840"/>
          </a:xfrm>
          <a:prstGeom prst="rect">
            <a:avLst/>
          </a:prstGeom>
        </p:spPr>
        <p:txBody>
          <a:bodyPr vert="horz" wrap="square" lIns="0" tIns="189865" rIns="0" bIns="0" rtlCol="0">
            <a:spAutoFit/>
          </a:bodyPr>
          <a:lstStyle/>
          <a:p>
            <a:pPr marL="241300" indent="-228600">
              <a:lnSpc>
                <a:spcPct val="100000"/>
              </a:lnSpc>
              <a:spcBef>
                <a:spcPts val="1495"/>
              </a:spcBef>
              <a:buFont typeface="Arial MT"/>
              <a:buChar char="•"/>
              <a:tabLst>
                <a:tab pos="240665" algn="l"/>
                <a:tab pos="241300" algn="l"/>
              </a:tabLst>
            </a:pPr>
            <a:r>
              <a:rPr sz="2200" spc="-45" dirty="0">
                <a:solidFill>
                  <a:srgbClr val="292929"/>
                </a:solidFill>
                <a:latin typeface="Microsoft Sans Serif"/>
                <a:cs typeface="Microsoft Sans Serif"/>
              </a:rPr>
              <a:t>Apparently,</a:t>
            </a:r>
            <a:r>
              <a:rPr sz="2200" spc="70" dirty="0">
                <a:solidFill>
                  <a:srgbClr val="292929"/>
                </a:solidFill>
                <a:latin typeface="Microsoft Sans Serif"/>
                <a:cs typeface="Microsoft Sans Serif"/>
              </a:rPr>
              <a:t> </a:t>
            </a:r>
            <a:r>
              <a:rPr sz="2200" spc="-130" dirty="0">
                <a:solidFill>
                  <a:srgbClr val="292929"/>
                </a:solidFill>
                <a:latin typeface="Microsoft Sans Serif"/>
                <a:cs typeface="Microsoft Sans Serif"/>
              </a:rPr>
              <a:t>success</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rate</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improved</a:t>
            </a:r>
            <a:r>
              <a:rPr sz="2200" spc="55" dirty="0">
                <a:solidFill>
                  <a:srgbClr val="292929"/>
                </a:solidFill>
                <a:latin typeface="Microsoft Sans Serif"/>
                <a:cs typeface="Microsoft Sans Serif"/>
              </a:rPr>
              <a:t> </a:t>
            </a:r>
            <a:r>
              <a:rPr sz="2200" spc="-45" dirty="0">
                <a:solidFill>
                  <a:srgbClr val="292929"/>
                </a:solidFill>
                <a:latin typeface="Microsoft Sans Serif"/>
                <a:cs typeface="Microsoft Sans Serif"/>
              </a:rPr>
              <a:t>over</a:t>
            </a:r>
            <a:r>
              <a:rPr sz="2200" spc="85" dirty="0">
                <a:solidFill>
                  <a:srgbClr val="292929"/>
                </a:solidFill>
                <a:latin typeface="Microsoft Sans Serif"/>
                <a:cs typeface="Microsoft Sans Serif"/>
              </a:rPr>
              <a:t> </a:t>
            </a:r>
            <a:r>
              <a:rPr sz="2200" spc="-30" dirty="0">
                <a:solidFill>
                  <a:srgbClr val="292929"/>
                </a:solidFill>
                <a:latin typeface="Microsoft Sans Serif"/>
                <a:cs typeface="Microsoft Sans Serif"/>
              </a:rPr>
              <a:t>time</a:t>
            </a:r>
            <a:r>
              <a:rPr sz="2200" spc="5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80" dirty="0">
                <a:solidFill>
                  <a:srgbClr val="292929"/>
                </a:solidFill>
                <a:latin typeface="Microsoft Sans Serif"/>
                <a:cs typeface="Microsoft Sans Serif"/>
              </a:rPr>
              <a:t> </a:t>
            </a:r>
            <a:r>
              <a:rPr sz="2200" spc="-35" dirty="0">
                <a:solidFill>
                  <a:srgbClr val="292929"/>
                </a:solidFill>
                <a:latin typeface="Microsoft Sans Serif"/>
                <a:cs typeface="Microsoft Sans Serif"/>
              </a:rPr>
              <a:t>all</a:t>
            </a:r>
            <a:r>
              <a:rPr sz="2200" spc="65" dirty="0">
                <a:solidFill>
                  <a:srgbClr val="292929"/>
                </a:solidFill>
                <a:latin typeface="Microsoft Sans Serif"/>
                <a:cs typeface="Microsoft Sans Serif"/>
              </a:rPr>
              <a:t> </a:t>
            </a:r>
            <a:r>
              <a:rPr sz="2200" spc="-15" dirty="0">
                <a:solidFill>
                  <a:srgbClr val="292929"/>
                </a:solidFill>
                <a:latin typeface="Microsoft Sans Serif"/>
                <a:cs typeface="Microsoft Sans Serif"/>
              </a:rPr>
              <a:t>orbits;</a:t>
            </a:r>
            <a:endParaRPr sz="220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180" dirty="0">
                <a:solidFill>
                  <a:srgbClr val="292929"/>
                </a:solidFill>
                <a:latin typeface="Microsoft Sans Serif"/>
                <a:cs typeface="Microsoft Sans Serif"/>
              </a:rPr>
              <a:t>VLEO</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orbit</a:t>
            </a:r>
            <a:r>
              <a:rPr sz="2200" spc="85" dirty="0">
                <a:solidFill>
                  <a:srgbClr val="292929"/>
                </a:solidFill>
                <a:latin typeface="Microsoft Sans Serif"/>
                <a:cs typeface="Microsoft Sans Serif"/>
              </a:rPr>
              <a:t> </a:t>
            </a:r>
            <a:r>
              <a:rPr sz="2200" spc="-130" dirty="0">
                <a:solidFill>
                  <a:srgbClr val="292929"/>
                </a:solidFill>
                <a:latin typeface="Microsoft Sans Serif"/>
                <a:cs typeface="Microsoft Sans Serif"/>
              </a:rPr>
              <a:t>seems</a:t>
            </a:r>
            <a:r>
              <a:rPr sz="2200" spc="75" dirty="0">
                <a:solidFill>
                  <a:srgbClr val="292929"/>
                </a:solidFill>
                <a:latin typeface="Microsoft Sans Serif"/>
                <a:cs typeface="Microsoft Sans Serif"/>
              </a:rPr>
              <a:t> </a:t>
            </a:r>
            <a:r>
              <a:rPr sz="2200" spc="-145" dirty="0">
                <a:solidFill>
                  <a:srgbClr val="292929"/>
                </a:solidFill>
                <a:latin typeface="Microsoft Sans Serif"/>
                <a:cs typeface="Microsoft Sans Serif"/>
              </a:rPr>
              <a:t>a</a:t>
            </a:r>
            <a:r>
              <a:rPr sz="2200" spc="60" dirty="0">
                <a:solidFill>
                  <a:srgbClr val="292929"/>
                </a:solidFill>
                <a:latin typeface="Microsoft Sans Serif"/>
                <a:cs typeface="Microsoft Sans Serif"/>
              </a:rPr>
              <a:t> </a:t>
            </a:r>
            <a:r>
              <a:rPr sz="2200" spc="-80" dirty="0">
                <a:solidFill>
                  <a:srgbClr val="292929"/>
                </a:solidFill>
                <a:latin typeface="Microsoft Sans Serif"/>
                <a:cs typeface="Microsoft Sans Serif"/>
              </a:rPr>
              <a:t>new</a:t>
            </a:r>
            <a:r>
              <a:rPr sz="2200" spc="100" dirty="0">
                <a:solidFill>
                  <a:srgbClr val="292929"/>
                </a:solidFill>
                <a:latin typeface="Microsoft Sans Serif"/>
                <a:cs typeface="Microsoft Sans Serif"/>
              </a:rPr>
              <a:t> </a:t>
            </a:r>
            <a:r>
              <a:rPr sz="2200" spc="-80" dirty="0">
                <a:solidFill>
                  <a:srgbClr val="292929"/>
                </a:solidFill>
                <a:latin typeface="Microsoft Sans Serif"/>
                <a:cs typeface="Microsoft Sans Serif"/>
              </a:rPr>
              <a:t>business</a:t>
            </a:r>
            <a:r>
              <a:rPr sz="2200" spc="70" dirty="0">
                <a:solidFill>
                  <a:srgbClr val="292929"/>
                </a:solidFill>
                <a:latin typeface="Microsoft Sans Serif"/>
                <a:cs typeface="Microsoft Sans Serif"/>
              </a:rPr>
              <a:t> </a:t>
            </a:r>
            <a:r>
              <a:rPr sz="2200" spc="-10" dirty="0">
                <a:solidFill>
                  <a:srgbClr val="292929"/>
                </a:solidFill>
                <a:latin typeface="Microsoft Sans Serif"/>
                <a:cs typeface="Microsoft Sans Serif"/>
              </a:rPr>
              <a:t>opportunity,</a:t>
            </a:r>
            <a:r>
              <a:rPr sz="2200" spc="75" dirty="0">
                <a:solidFill>
                  <a:srgbClr val="292929"/>
                </a:solidFill>
                <a:latin typeface="Microsoft Sans Serif"/>
                <a:cs typeface="Microsoft Sans Serif"/>
              </a:rPr>
              <a:t> </a:t>
            </a:r>
            <a:r>
              <a:rPr sz="2200" spc="-60" dirty="0">
                <a:solidFill>
                  <a:srgbClr val="292929"/>
                </a:solidFill>
                <a:latin typeface="Microsoft Sans Serif"/>
                <a:cs typeface="Microsoft Sans Serif"/>
              </a:rPr>
              <a:t>due</a:t>
            </a:r>
            <a:r>
              <a:rPr sz="2200" spc="90"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recent</a:t>
            </a:r>
            <a:r>
              <a:rPr sz="2200" spc="95" dirty="0">
                <a:solidFill>
                  <a:srgbClr val="292929"/>
                </a:solidFill>
                <a:latin typeface="Microsoft Sans Serif"/>
                <a:cs typeface="Microsoft Sans Serif"/>
              </a:rPr>
              <a:t> </a:t>
            </a:r>
            <a:r>
              <a:rPr sz="2200" spc="-90" dirty="0">
                <a:solidFill>
                  <a:srgbClr val="292929"/>
                </a:solidFill>
                <a:latin typeface="Microsoft Sans Serif"/>
                <a:cs typeface="Microsoft Sans Serif"/>
              </a:rPr>
              <a:t>increase</a:t>
            </a:r>
            <a:r>
              <a:rPr sz="2200" spc="85"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90" dirty="0">
                <a:solidFill>
                  <a:srgbClr val="292929"/>
                </a:solidFill>
                <a:latin typeface="Microsoft Sans Serif"/>
                <a:cs typeface="Microsoft Sans Serif"/>
              </a:rPr>
              <a:t> </a:t>
            </a:r>
            <a:r>
              <a:rPr sz="2200" spc="-10" dirty="0">
                <a:solidFill>
                  <a:srgbClr val="292929"/>
                </a:solidFill>
                <a:latin typeface="Microsoft Sans Serif"/>
                <a:cs typeface="Microsoft Sans Serif"/>
              </a:rPr>
              <a:t>its</a:t>
            </a:r>
            <a:endParaRPr sz="2200">
              <a:latin typeface="Microsoft Sans Serif"/>
              <a:cs typeface="Microsoft Sans Serif"/>
            </a:endParaRPr>
          </a:p>
          <a:p>
            <a:pPr marL="241300">
              <a:lnSpc>
                <a:spcPct val="100000"/>
              </a:lnSpc>
            </a:pPr>
            <a:r>
              <a:rPr sz="2200" spc="-70" dirty="0">
                <a:solidFill>
                  <a:srgbClr val="292929"/>
                </a:solidFill>
                <a:latin typeface="Microsoft Sans Serif"/>
                <a:cs typeface="Microsoft Sans Serif"/>
              </a:rPr>
              <a:t>frequency.</a:t>
            </a:r>
            <a:endParaRPr sz="2200">
              <a:latin typeface="Microsoft Sans Serif"/>
              <a:cs typeface="Microsoft Sans Serif"/>
            </a:endParaRPr>
          </a:p>
        </p:txBody>
      </p:sp>
      <p:pic>
        <p:nvPicPr>
          <p:cNvPr id="6" name="object 4">
            <a:extLst>
              <a:ext uri="{FF2B5EF4-FFF2-40B4-BE49-F238E27FC236}">
                <a16:creationId xmlns:a16="http://schemas.microsoft.com/office/drawing/2014/main" id="{52C30BE4-7D73-C48E-77EE-21902F5C4602}"/>
              </a:ext>
            </a:extLst>
          </p:cNvPr>
          <p:cNvPicPr/>
          <p:nvPr/>
        </p:nvPicPr>
        <p:blipFill>
          <a:blip r:embed="rId3" cstate="print"/>
          <a:stretch>
            <a:fillRect/>
          </a:stretch>
        </p:blipFill>
        <p:spPr>
          <a:xfrm>
            <a:off x="769619" y="1597660"/>
            <a:ext cx="10688320" cy="2379980"/>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sp>
        <p:nvSpPr>
          <p:cNvPr id="2" name="object 2">
            <a:extLst>
              <a:ext uri="{FF2B5EF4-FFF2-40B4-BE49-F238E27FC236}">
                <a16:creationId xmlns:a16="http://schemas.microsoft.com/office/drawing/2014/main" id="{E413830D-78A9-72B4-2282-6EE1234D39F3}"/>
              </a:ext>
            </a:extLst>
          </p:cNvPr>
          <p:cNvSpPr txBox="1"/>
          <p:nvPr/>
        </p:nvSpPr>
        <p:spPr>
          <a:xfrm>
            <a:off x="848994" y="3662731"/>
            <a:ext cx="9758680" cy="1566545"/>
          </a:xfrm>
          <a:prstGeom prst="rect">
            <a:avLst/>
          </a:prstGeom>
        </p:spPr>
        <p:txBody>
          <a:bodyPr vert="horz" wrap="square" lIns="0" tIns="191135" rIns="0" bIns="0" rtlCol="0">
            <a:spAutoFit/>
          </a:bodyPr>
          <a:lstStyle/>
          <a:p>
            <a:pPr marL="241300" indent="-228600">
              <a:lnSpc>
                <a:spcPct val="100000"/>
              </a:lnSpc>
              <a:spcBef>
                <a:spcPts val="1505"/>
              </a:spcBef>
              <a:buFont typeface="Arial MT"/>
              <a:buChar char="•"/>
              <a:tabLst>
                <a:tab pos="240665" algn="l"/>
                <a:tab pos="241300" algn="l"/>
              </a:tabLst>
            </a:pPr>
            <a:r>
              <a:rPr sz="2200" spc="-40" dirty="0">
                <a:solidFill>
                  <a:srgbClr val="292929"/>
                </a:solidFill>
                <a:latin typeface="Microsoft Sans Serif"/>
                <a:cs typeface="Microsoft Sans Serif"/>
              </a:rPr>
              <a:t>Apparently,</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there</a:t>
            </a:r>
            <a:r>
              <a:rPr sz="2200" spc="85" dirty="0">
                <a:solidFill>
                  <a:srgbClr val="292929"/>
                </a:solidFill>
                <a:latin typeface="Microsoft Sans Serif"/>
                <a:cs typeface="Microsoft Sans Serif"/>
              </a:rPr>
              <a:t> </a:t>
            </a:r>
            <a:r>
              <a:rPr sz="2200" spc="-65" dirty="0">
                <a:solidFill>
                  <a:srgbClr val="292929"/>
                </a:solidFill>
                <a:latin typeface="Microsoft Sans Serif"/>
                <a:cs typeface="Microsoft Sans Serif"/>
              </a:rPr>
              <a:t>is</a:t>
            </a:r>
            <a:r>
              <a:rPr sz="2200" spc="95" dirty="0">
                <a:solidFill>
                  <a:srgbClr val="292929"/>
                </a:solidFill>
                <a:latin typeface="Microsoft Sans Serif"/>
                <a:cs typeface="Microsoft Sans Serif"/>
              </a:rPr>
              <a:t> </a:t>
            </a:r>
            <a:r>
              <a:rPr sz="2200" spc="-40" dirty="0">
                <a:solidFill>
                  <a:srgbClr val="292929"/>
                </a:solidFill>
                <a:latin typeface="Microsoft Sans Serif"/>
                <a:cs typeface="Microsoft Sans Serif"/>
              </a:rPr>
              <a:t>no</a:t>
            </a:r>
            <a:r>
              <a:rPr sz="2200" spc="85" dirty="0">
                <a:solidFill>
                  <a:srgbClr val="292929"/>
                </a:solidFill>
                <a:latin typeface="Microsoft Sans Serif"/>
                <a:cs typeface="Microsoft Sans Serif"/>
              </a:rPr>
              <a:t> </a:t>
            </a:r>
            <a:r>
              <a:rPr sz="2200" spc="-25" dirty="0">
                <a:solidFill>
                  <a:srgbClr val="292929"/>
                </a:solidFill>
                <a:latin typeface="Microsoft Sans Serif"/>
                <a:cs typeface="Microsoft Sans Serif"/>
              </a:rPr>
              <a:t>relation</a:t>
            </a:r>
            <a:r>
              <a:rPr sz="2200" spc="55" dirty="0">
                <a:solidFill>
                  <a:srgbClr val="292929"/>
                </a:solidFill>
                <a:latin typeface="Microsoft Sans Serif"/>
                <a:cs typeface="Microsoft Sans Serif"/>
              </a:rPr>
              <a:t> </a:t>
            </a:r>
            <a:r>
              <a:rPr sz="2200" spc="-55" dirty="0">
                <a:solidFill>
                  <a:srgbClr val="292929"/>
                </a:solidFill>
                <a:latin typeface="Microsoft Sans Serif"/>
                <a:cs typeface="Microsoft Sans Serif"/>
              </a:rPr>
              <a:t>between</a:t>
            </a:r>
            <a:r>
              <a:rPr sz="2200" spc="80" dirty="0">
                <a:solidFill>
                  <a:srgbClr val="292929"/>
                </a:solidFill>
                <a:latin typeface="Microsoft Sans Serif"/>
                <a:cs typeface="Microsoft Sans Serif"/>
              </a:rPr>
              <a:t> </a:t>
            </a:r>
            <a:r>
              <a:rPr sz="2200" spc="-55" dirty="0">
                <a:solidFill>
                  <a:srgbClr val="292929"/>
                </a:solidFill>
                <a:latin typeface="Microsoft Sans Serif"/>
                <a:cs typeface="Microsoft Sans Serif"/>
              </a:rPr>
              <a:t>payload</a:t>
            </a:r>
            <a:r>
              <a:rPr sz="2200" spc="8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90" dirty="0">
                <a:solidFill>
                  <a:srgbClr val="292929"/>
                </a:solidFill>
                <a:latin typeface="Microsoft Sans Serif"/>
                <a:cs typeface="Microsoft Sans Serif"/>
              </a:rPr>
              <a:t> </a:t>
            </a:r>
            <a:r>
              <a:rPr sz="2200" spc="-130" dirty="0">
                <a:solidFill>
                  <a:srgbClr val="292929"/>
                </a:solidFill>
                <a:latin typeface="Microsoft Sans Serif"/>
                <a:cs typeface="Microsoft Sans Serif"/>
              </a:rPr>
              <a:t>success</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rate</a:t>
            </a:r>
            <a:r>
              <a:rPr sz="2200" spc="5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90" dirty="0">
                <a:solidFill>
                  <a:srgbClr val="292929"/>
                </a:solidFill>
                <a:latin typeface="Microsoft Sans Serif"/>
                <a:cs typeface="Microsoft Sans Serif"/>
              </a:rPr>
              <a:t> </a:t>
            </a:r>
            <a:r>
              <a:rPr sz="2200" spc="30" dirty="0">
                <a:solidFill>
                  <a:srgbClr val="292929"/>
                </a:solidFill>
                <a:latin typeface="Microsoft Sans Serif"/>
                <a:cs typeface="Microsoft Sans Serif"/>
              </a:rPr>
              <a:t>orbit</a:t>
            </a:r>
            <a:r>
              <a:rPr sz="2200" spc="65" dirty="0">
                <a:solidFill>
                  <a:srgbClr val="292929"/>
                </a:solidFill>
                <a:latin typeface="Microsoft Sans Serif"/>
                <a:cs typeface="Microsoft Sans Serif"/>
              </a:rPr>
              <a:t> </a:t>
            </a:r>
            <a:r>
              <a:rPr sz="2200" spc="-215" dirty="0">
                <a:solidFill>
                  <a:srgbClr val="292929"/>
                </a:solidFill>
                <a:latin typeface="Microsoft Sans Serif"/>
                <a:cs typeface="Microsoft Sans Serif"/>
              </a:rPr>
              <a:t>GTO;</a:t>
            </a:r>
            <a:endParaRPr sz="2200">
              <a:latin typeface="Microsoft Sans Serif"/>
              <a:cs typeface="Microsoft Sans Serif"/>
            </a:endParaRPr>
          </a:p>
          <a:p>
            <a:pPr marL="241300" indent="-228600">
              <a:lnSpc>
                <a:spcPct val="100000"/>
              </a:lnSpc>
              <a:spcBef>
                <a:spcPts val="1405"/>
              </a:spcBef>
              <a:buFont typeface="Arial MT"/>
              <a:buChar char="•"/>
              <a:tabLst>
                <a:tab pos="240665" algn="l"/>
                <a:tab pos="241300" algn="l"/>
              </a:tabLst>
            </a:pPr>
            <a:r>
              <a:rPr sz="2200" spc="-245" dirty="0">
                <a:solidFill>
                  <a:srgbClr val="292929"/>
                </a:solidFill>
                <a:latin typeface="Microsoft Sans Serif"/>
                <a:cs typeface="Microsoft Sans Serif"/>
              </a:rPr>
              <a:t>ISS</a:t>
            </a:r>
            <a:r>
              <a:rPr sz="2200" spc="70" dirty="0">
                <a:solidFill>
                  <a:srgbClr val="292929"/>
                </a:solidFill>
                <a:latin typeface="Microsoft Sans Serif"/>
                <a:cs typeface="Microsoft Sans Serif"/>
              </a:rPr>
              <a:t> </a:t>
            </a:r>
            <a:r>
              <a:rPr sz="2200" spc="30" dirty="0">
                <a:solidFill>
                  <a:srgbClr val="292929"/>
                </a:solidFill>
                <a:latin typeface="Microsoft Sans Serif"/>
                <a:cs typeface="Microsoft Sans Serif"/>
              </a:rPr>
              <a:t>orbit</a:t>
            </a:r>
            <a:r>
              <a:rPr sz="2200" spc="90" dirty="0">
                <a:solidFill>
                  <a:srgbClr val="292929"/>
                </a:solidFill>
                <a:latin typeface="Microsoft Sans Serif"/>
                <a:cs typeface="Microsoft Sans Serif"/>
              </a:rPr>
              <a:t> </a:t>
            </a:r>
            <a:r>
              <a:rPr sz="2200" spc="-120" dirty="0">
                <a:solidFill>
                  <a:srgbClr val="292929"/>
                </a:solidFill>
                <a:latin typeface="Microsoft Sans Serif"/>
                <a:cs typeface="Microsoft Sans Serif"/>
              </a:rPr>
              <a:t>has</a:t>
            </a:r>
            <a:r>
              <a:rPr sz="2200" spc="7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35" dirty="0">
                <a:solidFill>
                  <a:srgbClr val="292929"/>
                </a:solidFill>
                <a:latin typeface="Microsoft Sans Serif"/>
                <a:cs typeface="Microsoft Sans Serif"/>
              </a:rPr>
              <a:t>widest</a:t>
            </a:r>
            <a:r>
              <a:rPr sz="2200" spc="80" dirty="0">
                <a:solidFill>
                  <a:srgbClr val="292929"/>
                </a:solidFill>
                <a:latin typeface="Microsoft Sans Serif"/>
                <a:cs typeface="Microsoft Sans Serif"/>
              </a:rPr>
              <a:t> </a:t>
            </a:r>
            <a:r>
              <a:rPr sz="2200" spc="-65" dirty="0">
                <a:solidFill>
                  <a:srgbClr val="292929"/>
                </a:solidFill>
                <a:latin typeface="Microsoft Sans Serif"/>
                <a:cs typeface="Microsoft Sans Serif"/>
              </a:rPr>
              <a:t>range</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65" dirty="0">
                <a:solidFill>
                  <a:srgbClr val="292929"/>
                </a:solidFill>
                <a:latin typeface="Microsoft Sans Serif"/>
                <a:cs typeface="Microsoft Sans Serif"/>
              </a:rPr>
              <a:t> </a:t>
            </a:r>
            <a:r>
              <a:rPr sz="2200" spc="-50" dirty="0">
                <a:solidFill>
                  <a:srgbClr val="292929"/>
                </a:solidFill>
                <a:latin typeface="Microsoft Sans Serif"/>
                <a:cs typeface="Microsoft Sans Serif"/>
              </a:rPr>
              <a:t>payload</a:t>
            </a:r>
            <a:r>
              <a:rPr sz="2200" spc="8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85" dirty="0">
                <a:solidFill>
                  <a:srgbClr val="292929"/>
                </a:solidFill>
                <a:latin typeface="Microsoft Sans Serif"/>
                <a:cs typeface="Microsoft Sans Serif"/>
              </a:rPr>
              <a:t> </a:t>
            </a:r>
            <a:r>
              <a:rPr sz="2200" spc="-145" dirty="0">
                <a:solidFill>
                  <a:srgbClr val="292929"/>
                </a:solidFill>
                <a:latin typeface="Microsoft Sans Serif"/>
                <a:cs typeface="Microsoft Sans Serif"/>
              </a:rPr>
              <a:t>a</a:t>
            </a:r>
            <a:r>
              <a:rPr sz="2200" spc="80" dirty="0">
                <a:solidFill>
                  <a:srgbClr val="292929"/>
                </a:solidFill>
                <a:latin typeface="Microsoft Sans Serif"/>
                <a:cs typeface="Microsoft Sans Serif"/>
              </a:rPr>
              <a:t> </a:t>
            </a:r>
            <a:r>
              <a:rPr sz="2200" dirty="0">
                <a:solidFill>
                  <a:srgbClr val="292929"/>
                </a:solidFill>
                <a:latin typeface="Microsoft Sans Serif"/>
                <a:cs typeface="Microsoft Sans Serif"/>
              </a:rPr>
              <a:t>good</a:t>
            </a:r>
            <a:r>
              <a:rPr sz="2200" spc="55" dirty="0">
                <a:solidFill>
                  <a:srgbClr val="292929"/>
                </a:solidFill>
                <a:latin typeface="Microsoft Sans Serif"/>
                <a:cs typeface="Microsoft Sans Serif"/>
              </a:rPr>
              <a:t> </a:t>
            </a:r>
            <a:r>
              <a:rPr sz="2200" spc="-40" dirty="0">
                <a:solidFill>
                  <a:srgbClr val="292929"/>
                </a:solidFill>
                <a:latin typeface="Microsoft Sans Serif"/>
                <a:cs typeface="Microsoft Sans Serif"/>
              </a:rPr>
              <a:t>rate</a:t>
            </a:r>
            <a:r>
              <a:rPr sz="2200" spc="85"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55" dirty="0">
                <a:solidFill>
                  <a:srgbClr val="292929"/>
                </a:solidFill>
                <a:latin typeface="Microsoft Sans Serif"/>
                <a:cs typeface="Microsoft Sans Serif"/>
              </a:rPr>
              <a:t> </a:t>
            </a:r>
            <a:r>
              <a:rPr sz="2200" spc="-130" dirty="0">
                <a:solidFill>
                  <a:srgbClr val="292929"/>
                </a:solidFill>
                <a:latin typeface="Microsoft Sans Serif"/>
                <a:cs typeface="Microsoft Sans Serif"/>
              </a:rPr>
              <a:t>success;</a:t>
            </a:r>
            <a:endParaRPr sz="220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110" dirty="0">
                <a:solidFill>
                  <a:srgbClr val="292929"/>
                </a:solidFill>
                <a:latin typeface="Microsoft Sans Serif"/>
                <a:cs typeface="Microsoft Sans Serif"/>
              </a:rPr>
              <a:t>There</a:t>
            </a:r>
            <a:r>
              <a:rPr sz="2200" spc="80"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75" dirty="0">
                <a:solidFill>
                  <a:srgbClr val="292929"/>
                </a:solidFill>
                <a:latin typeface="Microsoft Sans Serif"/>
                <a:cs typeface="Microsoft Sans Serif"/>
              </a:rPr>
              <a:t> </a:t>
            </a:r>
            <a:r>
              <a:rPr sz="2200" spc="-60" dirty="0">
                <a:solidFill>
                  <a:srgbClr val="292929"/>
                </a:solidFill>
                <a:latin typeface="Microsoft Sans Serif"/>
                <a:cs typeface="Microsoft Sans Serif"/>
              </a:rPr>
              <a:t>few</a:t>
            </a:r>
            <a:r>
              <a:rPr sz="2200" spc="80" dirty="0">
                <a:solidFill>
                  <a:srgbClr val="292929"/>
                </a:solidFill>
                <a:latin typeface="Microsoft Sans Serif"/>
                <a:cs typeface="Microsoft Sans Serif"/>
              </a:rPr>
              <a:t> </a:t>
            </a:r>
            <a:r>
              <a:rPr sz="2200" spc="-95" dirty="0">
                <a:solidFill>
                  <a:srgbClr val="292929"/>
                </a:solidFill>
                <a:latin typeface="Microsoft Sans Serif"/>
                <a:cs typeface="Microsoft Sans Serif"/>
              </a:rPr>
              <a:t>launches</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6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5" dirty="0">
                <a:solidFill>
                  <a:srgbClr val="292929"/>
                </a:solidFill>
                <a:latin typeface="Microsoft Sans Serif"/>
                <a:cs typeface="Microsoft Sans Serif"/>
              </a:rPr>
              <a:t> </a:t>
            </a:r>
            <a:r>
              <a:rPr sz="2200" dirty="0">
                <a:solidFill>
                  <a:srgbClr val="292929"/>
                </a:solidFill>
                <a:latin typeface="Microsoft Sans Serif"/>
                <a:cs typeface="Microsoft Sans Serif"/>
              </a:rPr>
              <a:t>orbits</a:t>
            </a:r>
            <a:r>
              <a:rPr sz="2200" spc="70" dirty="0">
                <a:solidFill>
                  <a:srgbClr val="292929"/>
                </a:solidFill>
                <a:latin typeface="Microsoft Sans Serif"/>
                <a:cs typeface="Microsoft Sans Serif"/>
              </a:rPr>
              <a:t> </a:t>
            </a:r>
            <a:r>
              <a:rPr sz="2200" spc="-245" dirty="0">
                <a:solidFill>
                  <a:srgbClr val="292929"/>
                </a:solidFill>
                <a:latin typeface="Microsoft Sans Serif"/>
                <a:cs typeface="Microsoft Sans Serif"/>
              </a:rPr>
              <a:t>SO</a:t>
            </a:r>
            <a:r>
              <a:rPr sz="2200" spc="7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70" dirty="0">
                <a:solidFill>
                  <a:srgbClr val="292929"/>
                </a:solidFill>
                <a:latin typeface="Microsoft Sans Serif"/>
                <a:cs typeface="Microsoft Sans Serif"/>
              </a:rPr>
              <a:t> </a:t>
            </a:r>
            <a:r>
              <a:rPr sz="2200" spc="-229" dirty="0">
                <a:solidFill>
                  <a:srgbClr val="292929"/>
                </a:solidFill>
                <a:latin typeface="Microsoft Sans Serif"/>
                <a:cs typeface="Microsoft Sans Serif"/>
              </a:rPr>
              <a:t>GEO.</a:t>
            </a:r>
            <a:endParaRPr sz="2200">
              <a:latin typeface="Microsoft Sans Serif"/>
              <a:cs typeface="Microsoft Sans Serif"/>
            </a:endParaRPr>
          </a:p>
        </p:txBody>
      </p:sp>
      <p:pic>
        <p:nvPicPr>
          <p:cNvPr id="6" name="object 4">
            <a:extLst>
              <a:ext uri="{FF2B5EF4-FFF2-40B4-BE49-F238E27FC236}">
                <a16:creationId xmlns:a16="http://schemas.microsoft.com/office/drawing/2014/main" id="{C5F2EFB6-0DD2-D354-FBDF-CA3623070A2F}"/>
              </a:ext>
            </a:extLst>
          </p:cNvPr>
          <p:cNvPicPr/>
          <p:nvPr/>
        </p:nvPicPr>
        <p:blipFill>
          <a:blip r:embed="rId3" cstate="print"/>
          <a:stretch>
            <a:fillRect/>
          </a:stretch>
        </p:blipFill>
        <p:spPr>
          <a:xfrm>
            <a:off x="769619" y="1442719"/>
            <a:ext cx="10688320" cy="2382519"/>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sp>
        <p:nvSpPr>
          <p:cNvPr id="2" name="object 2">
            <a:extLst>
              <a:ext uri="{FF2B5EF4-FFF2-40B4-BE49-F238E27FC236}">
                <a16:creationId xmlns:a16="http://schemas.microsoft.com/office/drawing/2014/main" id="{74A70234-A76A-2175-EEC1-AAD8B86BA207}"/>
              </a:ext>
            </a:extLst>
          </p:cNvPr>
          <p:cNvSpPr txBox="1"/>
          <p:nvPr/>
        </p:nvSpPr>
        <p:spPr>
          <a:xfrm>
            <a:off x="848994" y="2085975"/>
            <a:ext cx="5510530" cy="188023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55" dirty="0">
                <a:solidFill>
                  <a:srgbClr val="292929"/>
                </a:solidFill>
                <a:latin typeface="Microsoft Sans Serif"/>
                <a:cs typeface="Microsoft Sans Serif"/>
              </a:rPr>
              <a:t>Success</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rate</a:t>
            </a:r>
            <a:r>
              <a:rPr sz="2200" spc="80" dirty="0">
                <a:solidFill>
                  <a:srgbClr val="292929"/>
                </a:solidFill>
                <a:latin typeface="Microsoft Sans Serif"/>
                <a:cs typeface="Microsoft Sans Serif"/>
              </a:rPr>
              <a:t> </a:t>
            </a:r>
            <a:r>
              <a:rPr sz="2200" spc="-25" dirty="0">
                <a:solidFill>
                  <a:srgbClr val="292929"/>
                </a:solidFill>
                <a:latin typeface="Microsoft Sans Serif"/>
                <a:cs typeface="Microsoft Sans Serif"/>
              </a:rPr>
              <a:t>started</a:t>
            </a:r>
            <a:r>
              <a:rPr sz="2200" spc="60" dirty="0">
                <a:solidFill>
                  <a:srgbClr val="292929"/>
                </a:solidFill>
                <a:latin typeface="Microsoft Sans Serif"/>
                <a:cs typeface="Microsoft Sans Serif"/>
              </a:rPr>
              <a:t> </a:t>
            </a:r>
            <a:r>
              <a:rPr sz="2200" spc="-65" dirty="0">
                <a:solidFill>
                  <a:srgbClr val="292929"/>
                </a:solidFill>
                <a:latin typeface="Microsoft Sans Serif"/>
                <a:cs typeface="Microsoft Sans Serif"/>
              </a:rPr>
              <a:t>increasing</a:t>
            </a:r>
            <a:r>
              <a:rPr sz="2200" spc="95" dirty="0">
                <a:solidFill>
                  <a:srgbClr val="292929"/>
                </a:solidFill>
                <a:latin typeface="Microsoft Sans Serif"/>
                <a:cs typeface="Microsoft Sans Serif"/>
              </a:rPr>
              <a:t> </a:t>
            </a:r>
            <a:r>
              <a:rPr sz="2200" spc="-20" dirty="0">
                <a:solidFill>
                  <a:srgbClr val="292929"/>
                </a:solidFill>
                <a:latin typeface="Microsoft Sans Serif"/>
                <a:cs typeface="Microsoft Sans Serif"/>
              </a:rPr>
              <a:t>in</a:t>
            </a:r>
            <a:r>
              <a:rPr sz="2200" spc="70" dirty="0">
                <a:solidFill>
                  <a:srgbClr val="292929"/>
                </a:solidFill>
                <a:latin typeface="Microsoft Sans Serif"/>
                <a:cs typeface="Microsoft Sans Serif"/>
              </a:rPr>
              <a:t> </a:t>
            </a:r>
            <a:r>
              <a:rPr sz="2200" spc="95" dirty="0">
                <a:solidFill>
                  <a:srgbClr val="292929"/>
                </a:solidFill>
                <a:latin typeface="Microsoft Sans Serif"/>
                <a:cs typeface="Microsoft Sans Serif"/>
              </a:rPr>
              <a:t>2013</a:t>
            </a:r>
            <a:r>
              <a:rPr sz="2200" spc="8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endParaRPr sz="2200" dirty="0">
              <a:latin typeface="Microsoft Sans Serif"/>
              <a:cs typeface="Microsoft Sans Serif"/>
            </a:endParaRPr>
          </a:p>
          <a:p>
            <a:pPr marL="241300">
              <a:lnSpc>
                <a:spcPct val="100000"/>
              </a:lnSpc>
            </a:pPr>
            <a:r>
              <a:rPr sz="2200" spc="-15" dirty="0">
                <a:solidFill>
                  <a:srgbClr val="292929"/>
                </a:solidFill>
                <a:latin typeface="Microsoft Sans Serif"/>
                <a:cs typeface="Microsoft Sans Serif"/>
              </a:rPr>
              <a:t>kept</a:t>
            </a:r>
            <a:r>
              <a:rPr sz="2200" spc="45" dirty="0">
                <a:solidFill>
                  <a:srgbClr val="292929"/>
                </a:solidFill>
                <a:latin typeface="Microsoft Sans Serif"/>
                <a:cs typeface="Microsoft Sans Serif"/>
              </a:rPr>
              <a:t> </a:t>
            </a:r>
            <a:r>
              <a:rPr sz="2200" dirty="0">
                <a:solidFill>
                  <a:srgbClr val="292929"/>
                </a:solidFill>
                <a:latin typeface="Microsoft Sans Serif"/>
                <a:cs typeface="Microsoft Sans Serif"/>
              </a:rPr>
              <a:t>until</a:t>
            </a:r>
            <a:r>
              <a:rPr sz="2200" spc="75" dirty="0">
                <a:solidFill>
                  <a:srgbClr val="292929"/>
                </a:solidFill>
                <a:latin typeface="Microsoft Sans Serif"/>
                <a:cs typeface="Microsoft Sans Serif"/>
              </a:rPr>
              <a:t> </a:t>
            </a:r>
            <a:r>
              <a:rPr sz="2200" spc="50" dirty="0">
                <a:solidFill>
                  <a:srgbClr val="292929"/>
                </a:solidFill>
                <a:latin typeface="Microsoft Sans Serif"/>
                <a:cs typeface="Microsoft Sans Serif"/>
              </a:rPr>
              <a:t>2020;</a:t>
            </a:r>
            <a:endParaRPr sz="2200" dirty="0">
              <a:latin typeface="Microsoft Sans Serif"/>
              <a:cs typeface="Microsoft Sans Serif"/>
            </a:endParaRPr>
          </a:p>
          <a:p>
            <a:pPr marL="241300" marR="449580" indent="-228600">
              <a:lnSpc>
                <a:spcPct val="100000"/>
              </a:lnSpc>
              <a:spcBef>
                <a:spcPts val="1400"/>
              </a:spcBef>
              <a:buFont typeface="Arial MT"/>
              <a:buChar char="•"/>
              <a:tabLst>
                <a:tab pos="240665" algn="l"/>
                <a:tab pos="241300" algn="l"/>
              </a:tabLst>
            </a:pPr>
            <a:r>
              <a:rPr sz="2200" spc="-10" dirty="0">
                <a:solidFill>
                  <a:srgbClr val="292929"/>
                </a:solidFill>
                <a:latin typeface="Microsoft Sans Serif"/>
                <a:cs typeface="Microsoft Sans Serif"/>
              </a:rPr>
              <a:t>It</a:t>
            </a:r>
            <a:r>
              <a:rPr sz="2200" spc="75" dirty="0">
                <a:solidFill>
                  <a:srgbClr val="292929"/>
                </a:solidFill>
                <a:latin typeface="Microsoft Sans Serif"/>
                <a:cs typeface="Microsoft Sans Serif"/>
              </a:rPr>
              <a:t> </a:t>
            </a:r>
            <a:r>
              <a:rPr sz="2200" spc="-130" dirty="0">
                <a:solidFill>
                  <a:srgbClr val="292929"/>
                </a:solidFill>
                <a:latin typeface="Microsoft Sans Serif"/>
                <a:cs typeface="Microsoft Sans Serif"/>
              </a:rPr>
              <a:t>seems</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that</a:t>
            </a:r>
            <a:r>
              <a:rPr sz="2200" spc="6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5" dirty="0">
                <a:solidFill>
                  <a:srgbClr val="292929"/>
                </a:solidFill>
                <a:latin typeface="Microsoft Sans Serif"/>
                <a:cs typeface="Microsoft Sans Serif"/>
              </a:rPr>
              <a:t>first</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three</a:t>
            </a:r>
            <a:r>
              <a:rPr sz="2200" spc="75" dirty="0">
                <a:solidFill>
                  <a:srgbClr val="292929"/>
                </a:solidFill>
                <a:latin typeface="Microsoft Sans Serif"/>
                <a:cs typeface="Microsoft Sans Serif"/>
              </a:rPr>
              <a:t> </a:t>
            </a:r>
            <a:r>
              <a:rPr sz="2200" spc="-100" dirty="0">
                <a:solidFill>
                  <a:srgbClr val="292929"/>
                </a:solidFill>
                <a:latin typeface="Microsoft Sans Serif"/>
                <a:cs typeface="Microsoft Sans Serif"/>
              </a:rPr>
              <a:t>years</a:t>
            </a:r>
            <a:r>
              <a:rPr sz="2200" spc="90"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80" dirty="0">
                <a:solidFill>
                  <a:srgbClr val="292929"/>
                </a:solidFill>
                <a:latin typeface="Microsoft Sans Serif"/>
                <a:cs typeface="Microsoft Sans Serif"/>
              </a:rPr>
              <a:t> </a:t>
            </a:r>
            <a:r>
              <a:rPr sz="2200" spc="-145" dirty="0">
                <a:solidFill>
                  <a:srgbClr val="292929"/>
                </a:solidFill>
                <a:latin typeface="Microsoft Sans Serif"/>
                <a:cs typeface="Microsoft Sans Serif"/>
              </a:rPr>
              <a:t>a </a:t>
            </a:r>
            <a:r>
              <a:rPr sz="2200" spc="-570" dirty="0">
                <a:solidFill>
                  <a:srgbClr val="292929"/>
                </a:solidFill>
                <a:latin typeface="Microsoft Sans Serif"/>
                <a:cs typeface="Microsoft Sans Serif"/>
              </a:rPr>
              <a:t> </a:t>
            </a:r>
            <a:r>
              <a:rPr sz="2200" spc="-10" dirty="0">
                <a:solidFill>
                  <a:srgbClr val="292929"/>
                </a:solidFill>
                <a:latin typeface="Microsoft Sans Serif"/>
                <a:cs typeface="Microsoft Sans Serif"/>
              </a:rPr>
              <a:t>period</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60" dirty="0">
                <a:solidFill>
                  <a:srgbClr val="292929"/>
                </a:solidFill>
                <a:latin typeface="Microsoft Sans Serif"/>
                <a:cs typeface="Microsoft Sans Serif"/>
              </a:rPr>
              <a:t> </a:t>
            </a:r>
            <a:r>
              <a:rPr sz="2200" spc="-55" dirty="0">
                <a:solidFill>
                  <a:srgbClr val="292929"/>
                </a:solidFill>
                <a:latin typeface="Microsoft Sans Serif"/>
                <a:cs typeface="Microsoft Sans Serif"/>
              </a:rPr>
              <a:t>adjusts</a:t>
            </a:r>
            <a:r>
              <a:rPr sz="2200" spc="8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improvement</a:t>
            </a:r>
            <a:r>
              <a:rPr sz="2200" spc="60" dirty="0">
                <a:solidFill>
                  <a:srgbClr val="292929"/>
                </a:solidFill>
                <a:latin typeface="Microsoft Sans Serif"/>
                <a:cs typeface="Microsoft Sans Serif"/>
              </a:rPr>
              <a:t> </a:t>
            </a:r>
            <a:r>
              <a:rPr sz="2200" spc="-5" dirty="0">
                <a:solidFill>
                  <a:srgbClr val="292929"/>
                </a:solidFill>
                <a:latin typeface="Microsoft Sans Serif"/>
                <a:cs typeface="Microsoft Sans Serif"/>
              </a:rPr>
              <a:t>of </a:t>
            </a:r>
            <a:r>
              <a:rPr sz="2200" dirty="0">
                <a:solidFill>
                  <a:srgbClr val="292929"/>
                </a:solidFill>
                <a:latin typeface="Microsoft Sans Serif"/>
                <a:cs typeface="Microsoft Sans Serif"/>
              </a:rPr>
              <a:t> </a:t>
            </a:r>
            <a:r>
              <a:rPr sz="2200" spc="-45" dirty="0">
                <a:solidFill>
                  <a:srgbClr val="292929"/>
                </a:solidFill>
                <a:latin typeface="Microsoft Sans Serif"/>
                <a:cs typeface="Microsoft Sans Serif"/>
              </a:rPr>
              <a:t>technology.</a:t>
            </a:r>
            <a:endParaRPr sz="2200" dirty="0">
              <a:latin typeface="Microsoft Sans Serif"/>
              <a:cs typeface="Microsoft Sans Serif"/>
            </a:endParaRPr>
          </a:p>
        </p:txBody>
      </p:sp>
      <p:pic>
        <p:nvPicPr>
          <p:cNvPr id="6" name="object 4">
            <a:extLst>
              <a:ext uri="{FF2B5EF4-FFF2-40B4-BE49-F238E27FC236}">
                <a16:creationId xmlns:a16="http://schemas.microsoft.com/office/drawing/2014/main" id="{E9AE968A-948F-B465-0272-CDA44BC35BBA}"/>
              </a:ext>
            </a:extLst>
          </p:cNvPr>
          <p:cNvPicPr/>
          <p:nvPr/>
        </p:nvPicPr>
        <p:blipFill>
          <a:blip r:embed="rId3" cstate="print"/>
          <a:stretch>
            <a:fillRect/>
          </a:stretch>
        </p:blipFill>
        <p:spPr>
          <a:xfrm>
            <a:off x="7741919" y="2070100"/>
            <a:ext cx="3543300" cy="2494280"/>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
        <p:nvSpPr>
          <p:cNvPr id="2" name="object 2">
            <a:extLst>
              <a:ext uri="{FF2B5EF4-FFF2-40B4-BE49-F238E27FC236}">
                <a16:creationId xmlns:a16="http://schemas.microsoft.com/office/drawing/2014/main" id="{FC8A6105-1CBB-1949-81DE-351008C46558}"/>
              </a:ext>
            </a:extLst>
          </p:cNvPr>
          <p:cNvSpPr txBox="1"/>
          <p:nvPr/>
        </p:nvSpPr>
        <p:spPr>
          <a:xfrm>
            <a:off x="848994" y="1841880"/>
            <a:ext cx="5706110"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45" dirty="0">
                <a:solidFill>
                  <a:srgbClr val="292929"/>
                </a:solidFill>
                <a:latin typeface="Microsoft Sans Serif"/>
                <a:cs typeface="Microsoft Sans Serif"/>
              </a:rPr>
              <a:t>According</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60" dirty="0">
                <a:solidFill>
                  <a:srgbClr val="292929"/>
                </a:solidFill>
                <a:latin typeface="Microsoft Sans Serif"/>
                <a:cs typeface="Microsoft Sans Serif"/>
              </a:rPr>
              <a:t> </a:t>
            </a:r>
            <a:r>
              <a:rPr sz="2200" spc="-60" dirty="0">
                <a:solidFill>
                  <a:srgbClr val="292929"/>
                </a:solidFill>
                <a:latin typeface="Microsoft Sans Serif"/>
                <a:cs typeface="Microsoft Sans Serif"/>
              </a:rPr>
              <a:t>data,</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there</a:t>
            </a:r>
            <a:r>
              <a:rPr sz="2200" spc="75"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75" dirty="0">
                <a:solidFill>
                  <a:srgbClr val="292929"/>
                </a:solidFill>
                <a:latin typeface="Microsoft Sans Serif"/>
                <a:cs typeface="Microsoft Sans Serif"/>
              </a:rPr>
              <a:t> </a:t>
            </a:r>
            <a:r>
              <a:rPr sz="2200" spc="-10" dirty="0">
                <a:solidFill>
                  <a:srgbClr val="292929"/>
                </a:solidFill>
                <a:latin typeface="Microsoft Sans Serif"/>
                <a:cs typeface="Microsoft Sans Serif"/>
              </a:rPr>
              <a:t>four</a:t>
            </a:r>
            <a:r>
              <a:rPr sz="2200" spc="50" dirty="0">
                <a:solidFill>
                  <a:srgbClr val="292929"/>
                </a:solidFill>
                <a:latin typeface="Microsoft Sans Serif"/>
                <a:cs typeface="Microsoft Sans Serif"/>
              </a:rPr>
              <a:t> </a:t>
            </a:r>
            <a:r>
              <a:rPr sz="2200" spc="-80" dirty="0">
                <a:solidFill>
                  <a:srgbClr val="292929"/>
                </a:solidFill>
                <a:latin typeface="Microsoft Sans Serif"/>
                <a:cs typeface="Microsoft Sans Serif"/>
              </a:rPr>
              <a:t>launch</a:t>
            </a:r>
            <a:r>
              <a:rPr sz="2200" spc="80" dirty="0">
                <a:solidFill>
                  <a:srgbClr val="292929"/>
                </a:solidFill>
                <a:latin typeface="Microsoft Sans Serif"/>
                <a:cs typeface="Microsoft Sans Serif"/>
              </a:rPr>
              <a:t> </a:t>
            </a:r>
            <a:r>
              <a:rPr sz="2200" spc="-65" dirty="0">
                <a:solidFill>
                  <a:srgbClr val="292929"/>
                </a:solidFill>
                <a:latin typeface="Microsoft Sans Serif"/>
                <a:cs typeface="Microsoft Sans Serif"/>
              </a:rPr>
              <a:t>sites:</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182A5FF9-6961-3D7D-73AF-39244EE2E403}"/>
              </a:ext>
            </a:extLst>
          </p:cNvPr>
          <p:cNvSpPr txBox="1"/>
          <p:nvPr/>
        </p:nvSpPr>
        <p:spPr>
          <a:xfrm>
            <a:off x="848994" y="4920932"/>
            <a:ext cx="9072880" cy="69659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35" dirty="0">
                <a:solidFill>
                  <a:srgbClr val="292929"/>
                </a:solidFill>
                <a:latin typeface="Microsoft Sans Serif"/>
                <a:cs typeface="Microsoft Sans Serif"/>
              </a:rPr>
              <a:t>They</a:t>
            </a:r>
            <a:r>
              <a:rPr sz="2200" spc="85"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80" dirty="0">
                <a:solidFill>
                  <a:srgbClr val="292929"/>
                </a:solidFill>
                <a:latin typeface="Microsoft Sans Serif"/>
                <a:cs typeface="Microsoft Sans Serif"/>
              </a:rPr>
              <a:t> </a:t>
            </a:r>
            <a:r>
              <a:rPr sz="2200" spc="-25" dirty="0">
                <a:solidFill>
                  <a:srgbClr val="292929"/>
                </a:solidFill>
                <a:latin typeface="Microsoft Sans Serif"/>
                <a:cs typeface="Microsoft Sans Serif"/>
              </a:rPr>
              <a:t>obtained</a:t>
            </a:r>
            <a:r>
              <a:rPr sz="2200" spc="60" dirty="0">
                <a:solidFill>
                  <a:srgbClr val="292929"/>
                </a:solidFill>
                <a:latin typeface="Microsoft Sans Serif"/>
                <a:cs typeface="Microsoft Sans Serif"/>
              </a:rPr>
              <a:t> </a:t>
            </a:r>
            <a:r>
              <a:rPr sz="2200" spc="-40" dirty="0">
                <a:solidFill>
                  <a:srgbClr val="292929"/>
                </a:solidFill>
                <a:latin typeface="Microsoft Sans Serif"/>
                <a:cs typeface="Microsoft Sans Serif"/>
              </a:rPr>
              <a:t>by</a:t>
            </a:r>
            <a:r>
              <a:rPr sz="2200" spc="90" dirty="0">
                <a:solidFill>
                  <a:srgbClr val="292929"/>
                </a:solidFill>
                <a:latin typeface="Microsoft Sans Serif"/>
                <a:cs typeface="Microsoft Sans Serif"/>
              </a:rPr>
              <a:t> </a:t>
            </a:r>
            <a:r>
              <a:rPr sz="2200" spc="-50" dirty="0">
                <a:solidFill>
                  <a:srgbClr val="292929"/>
                </a:solidFill>
                <a:latin typeface="Microsoft Sans Serif"/>
                <a:cs typeface="Microsoft Sans Serif"/>
              </a:rPr>
              <a:t>selecting</a:t>
            </a:r>
            <a:r>
              <a:rPr sz="2200" spc="85" dirty="0">
                <a:solidFill>
                  <a:srgbClr val="292929"/>
                </a:solidFill>
                <a:latin typeface="Microsoft Sans Serif"/>
                <a:cs typeface="Microsoft Sans Serif"/>
              </a:rPr>
              <a:t> </a:t>
            </a:r>
            <a:r>
              <a:rPr sz="2200" spc="-50" dirty="0">
                <a:solidFill>
                  <a:srgbClr val="292929"/>
                </a:solidFill>
                <a:latin typeface="Microsoft Sans Serif"/>
                <a:cs typeface="Microsoft Sans Serif"/>
              </a:rPr>
              <a:t>unique</a:t>
            </a:r>
            <a:r>
              <a:rPr sz="2200" spc="100" dirty="0">
                <a:solidFill>
                  <a:srgbClr val="292929"/>
                </a:solidFill>
                <a:latin typeface="Microsoft Sans Serif"/>
                <a:cs typeface="Microsoft Sans Serif"/>
              </a:rPr>
              <a:t> </a:t>
            </a:r>
            <a:r>
              <a:rPr sz="2200" spc="-85" dirty="0">
                <a:solidFill>
                  <a:srgbClr val="292929"/>
                </a:solidFill>
                <a:latin typeface="Microsoft Sans Serif"/>
                <a:cs typeface="Microsoft Sans Serif"/>
              </a:rPr>
              <a:t>occurrences</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70" dirty="0">
                <a:solidFill>
                  <a:srgbClr val="292929"/>
                </a:solidFill>
                <a:latin typeface="Microsoft Sans Serif"/>
                <a:cs typeface="Microsoft Sans Serif"/>
              </a:rPr>
              <a:t> </a:t>
            </a:r>
            <a:r>
              <a:rPr sz="2200" spc="-35" dirty="0">
                <a:solidFill>
                  <a:srgbClr val="292929"/>
                </a:solidFill>
                <a:latin typeface="Microsoft Sans Serif"/>
                <a:cs typeface="Microsoft Sans Serif"/>
              </a:rPr>
              <a:t>“launch_site”</a:t>
            </a:r>
            <a:r>
              <a:rPr sz="2200" spc="85" dirty="0">
                <a:solidFill>
                  <a:srgbClr val="292929"/>
                </a:solidFill>
                <a:latin typeface="Microsoft Sans Serif"/>
                <a:cs typeface="Microsoft Sans Serif"/>
              </a:rPr>
              <a:t> </a:t>
            </a:r>
            <a:r>
              <a:rPr sz="2200" spc="-90" dirty="0">
                <a:solidFill>
                  <a:srgbClr val="292929"/>
                </a:solidFill>
                <a:latin typeface="Microsoft Sans Serif"/>
                <a:cs typeface="Microsoft Sans Serif"/>
              </a:rPr>
              <a:t>values</a:t>
            </a:r>
            <a:endParaRPr sz="2200">
              <a:latin typeface="Microsoft Sans Serif"/>
              <a:cs typeface="Microsoft Sans Serif"/>
            </a:endParaRPr>
          </a:p>
          <a:p>
            <a:pPr marL="241300">
              <a:lnSpc>
                <a:spcPct val="100000"/>
              </a:lnSpc>
              <a:spcBef>
                <a:spcPts val="5"/>
              </a:spcBef>
            </a:pPr>
            <a:r>
              <a:rPr sz="2200" spc="-25" dirty="0">
                <a:solidFill>
                  <a:srgbClr val="292929"/>
                </a:solidFill>
                <a:latin typeface="Microsoft Sans Serif"/>
                <a:cs typeface="Microsoft Sans Serif"/>
              </a:rPr>
              <a:t>from</a:t>
            </a:r>
            <a:r>
              <a:rPr sz="2200" spc="3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65" dirty="0">
                <a:solidFill>
                  <a:srgbClr val="292929"/>
                </a:solidFill>
                <a:latin typeface="Microsoft Sans Serif"/>
                <a:cs typeface="Microsoft Sans Serif"/>
              </a:rPr>
              <a:t> </a:t>
            </a:r>
            <a:r>
              <a:rPr sz="2200" spc="-60" dirty="0">
                <a:solidFill>
                  <a:srgbClr val="292929"/>
                </a:solidFill>
                <a:latin typeface="Microsoft Sans Serif"/>
                <a:cs typeface="Microsoft Sans Serif"/>
              </a:rPr>
              <a:t>dataset.</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976CC727-1F35-6073-21A3-A2E7DCEEC2BC}"/>
              </a:ext>
            </a:extLst>
          </p:cNvPr>
          <p:cNvGraphicFramePr>
            <a:graphicFrameLocks noGrp="1"/>
          </p:cNvGraphicFramePr>
          <p:nvPr/>
        </p:nvGraphicFramePr>
        <p:xfrm>
          <a:off x="1530603" y="2623185"/>
          <a:ext cx="1894205" cy="1854197"/>
        </p:xfrm>
        <a:graphic>
          <a:graphicData uri="http://schemas.openxmlformats.org/drawingml/2006/table">
            <a:tbl>
              <a:tblPr firstRow="1" bandRow="1">
                <a:tableStyleId>{2D5ABB26-0587-4C30-8999-92F81FD0307C}</a:tableStyleId>
              </a:tblPr>
              <a:tblGrid>
                <a:gridCol w="1894205">
                  <a:extLst>
                    <a:ext uri="{9D8B030D-6E8A-4147-A177-3AD203B41FA5}">
                      <a16:colId xmlns:a16="http://schemas.microsoft.com/office/drawing/2014/main" val="20000"/>
                    </a:ext>
                  </a:extLst>
                </a:gridCol>
              </a:tblGrid>
              <a:tr h="370839">
                <a:tc>
                  <a:txBody>
                    <a:bodyPr/>
                    <a:lstStyle/>
                    <a:p>
                      <a:pPr marL="91440">
                        <a:lnSpc>
                          <a:spcPct val="100000"/>
                        </a:lnSpc>
                        <a:spcBef>
                          <a:spcPts val="270"/>
                        </a:spcBef>
                      </a:pPr>
                      <a:r>
                        <a:rPr sz="1800" b="1" spc="-10" dirty="0">
                          <a:solidFill>
                            <a:srgbClr val="FFFFFF"/>
                          </a:solidFill>
                          <a:latin typeface="Calibri"/>
                          <a:cs typeface="Calibri"/>
                        </a:rPr>
                        <a:t>Launch</a:t>
                      </a:r>
                      <a:r>
                        <a:rPr sz="1800" b="1" spc="-15" dirty="0">
                          <a:solidFill>
                            <a:srgbClr val="FFFFFF"/>
                          </a:solidFill>
                          <a:latin typeface="Calibri"/>
                          <a:cs typeface="Calibri"/>
                        </a:rPr>
                        <a:t> </a:t>
                      </a:r>
                      <a:r>
                        <a:rPr sz="1800" b="1" spc="-10" dirty="0">
                          <a:solidFill>
                            <a:srgbClr val="FFFFFF"/>
                          </a:solidFill>
                          <a:latin typeface="Calibri"/>
                          <a:cs typeface="Calibri"/>
                        </a:rPr>
                        <a:t>Site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1440">
                        <a:lnSpc>
                          <a:spcPct val="100000"/>
                        </a:lnSpc>
                        <a:spcBef>
                          <a:spcPts val="270"/>
                        </a:spcBef>
                      </a:pPr>
                      <a:r>
                        <a:rPr sz="1800" spc="-10" dirty="0">
                          <a:latin typeface="Calibri"/>
                          <a:cs typeface="Calibri"/>
                        </a:rPr>
                        <a:t>CCAFS</a:t>
                      </a:r>
                      <a:r>
                        <a:rPr sz="1800" spc="-35" dirty="0">
                          <a:latin typeface="Calibri"/>
                          <a:cs typeface="Calibri"/>
                        </a:rPr>
                        <a:t> </a:t>
                      </a:r>
                      <a:r>
                        <a:rPr sz="1800" spc="-5" dirty="0">
                          <a:latin typeface="Calibri"/>
                          <a:cs typeface="Calibri"/>
                        </a:rPr>
                        <a:t>LC-40</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91440">
                        <a:lnSpc>
                          <a:spcPct val="100000"/>
                        </a:lnSpc>
                        <a:spcBef>
                          <a:spcPts val="270"/>
                        </a:spcBef>
                      </a:pPr>
                      <a:r>
                        <a:rPr sz="1800" spc="-10" dirty="0">
                          <a:latin typeface="Calibri"/>
                          <a:cs typeface="Calibri"/>
                        </a:rPr>
                        <a:t>CCAFS</a:t>
                      </a:r>
                      <a:r>
                        <a:rPr sz="1800" spc="-30" dirty="0">
                          <a:latin typeface="Calibri"/>
                          <a:cs typeface="Calibri"/>
                        </a:rPr>
                        <a:t> </a:t>
                      </a:r>
                      <a:r>
                        <a:rPr sz="1800" spc="-5" dirty="0">
                          <a:latin typeface="Calibri"/>
                          <a:cs typeface="Calibri"/>
                        </a:rPr>
                        <a:t>SLC-40</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39">
                <a:tc>
                  <a:txBody>
                    <a:bodyPr/>
                    <a:lstStyle/>
                    <a:p>
                      <a:pPr marL="91440">
                        <a:lnSpc>
                          <a:spcPct val="100000"/>
                        </a:lnSpc>
                        <a:spcBef>
                          <a:spcPts val="270"/>
                        </a:spcBef>
                      </a:pPr>
                      <a:r>
                        <a:rPr sz="1800" spc="-10" dirty="0">
                          <a:latin typeface="Calibri"/>
                          <a:cs typeface="Calibri"/>
                        </a:rPr>
                        <a:t>KSC</a:t>
                      </a:r>
                      <a:r>
                        <a:rPr sz="1800" spc="-35" dirty="0">
                          <a:latin typeface="Calibri"/>
                          <a:cs typeface="Calibri"/>
                        </a:rPr>
                        <a:t> </a:t>
                      </a:r>
                      <a:r>
                        <a:rPr sz="1800" dirty="0">
                          <a:latin typeface="Calibri"/>
                          <a:cs typeface="Calibri"/>
                        </a:rPr>
                        <a:t>LC-39A</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1440">
                        <a:lnSpc>
                          <a:spcPct val="100000"/>
                        </a:lnSpc>
                        <a:spcBef>
                          <a:spcPts val="270"/>
                        </a:spcBef>
                      </a:pPr>
                      <a:r>
                        <a:rPr sz="1800" spc="-25" dirty="0">
                          <a:latin typeface="Calibri"/>
                          <a:cs typeface="Calibri"/>
                        </a:rPr>
                        <a:t>VAFB </a:t>
                      </a:r>
                      <a:r>
                        <a:rPr sz="1800" spc="-5" dirty="0">
                          <a:latin typeface="Calibri"/>
                          <a:cs typeface="Calibri"/>
                        </a:rPr>
                        <a:t>SLC-4E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27850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sp>
        <p:nvSpPr>
          <p:cNvPr id="2" name="object 2">
            <a:extLst>
              <a:ext uri="{FF2B5EF4-FFF2-40B4-BE49-F238E27FC236}">
                <a16:creationId xmlns:a16="http://schemas.microsoft.com/office/drawing/2014/main" id="{5C1A3BF9-4B52-5134-EA84-B87DFEAE615D}"/>
              </a:ext>
            </a:extLst>
          </p:cNvPr>
          <p:cNvSpPr txBox="1"/>
          <p:nvPr/>
        </p:nvSpPr>
        <p:spPr>
          <a:xfrm>
            <a:off x="848994" y="1841880"/>
            <a:ext cx="5846445"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05" dirty="0">
                <a:solidFill>
                  <a:srgbClr val="292929"/>
                </a:solidFill>
                <a:latin typeface="Microsoft Sans Serif"/>
                <a:cs typeface="Microsoft Sans Serif"/>
              </a:rPr>
              <a:t>5</a:t>
            </a:r>
            <a:r>
              <a:rPr sz="2200" spc="65" dirty="0">
                <a:solidFill>
                  <a:srgbClr val="292929"/>
                </a:solidFill>
                <a:latin typeface="Microsoft Sans Serif"/>
                <a:cs typeface="Microsoft Sans Serif"/>
              </a:rPr>
              <a:t> </a:t>
            </a:r>
            <a:r>
              <a:rPr sz="2200" spc="-55" dirty="0">
                <a:solidFill>
                  <a:srgbClr val="292929"/>
                </a:solidFill>
                <a:latin typeface="Microsoft Sans Serif"/>
                <a:cs typeface="Microsoft Sans Serif"/>
              </a:rPr>
              <a:t>records</a:t>
            </a:r>
            <a:r>
              <a:rPr sz="2200" spc="85" dirty="0">
                <a:solidFill>
                  <a:srgbClr val="292929"/>
                </a:solidFill>
                <a:latin typeface="Microsoft Sans Serif"/>
                <a:cs typeface="Microsoft Sans Serif"/>
              </a:rPr>
              <a:t> </a:t>
            </a:r>
            <a:r>
              <a:rPr sz="2200" spc="-75" dirty="0">
                <a:solidFill>
                  <a:srgbClr val="292929"/>
                </a:solidFill>
                <a:latin typeface="Microsoft Sans Serif"/>
                <a:cs typeface="Microsoft Sans Serif"/>
              </a:rPr>
              <a:t>where</a:t>
            </a:r>
            <a:r>
              <a:rPr sz="2200" spc="75" dirty="0">
                <a:solidFill>
                  <a:srgbClr val="292929"/>
                </a:solidFill>
                <a:latin typeface="Microsoft Sans Serif"/>
                <a:cs typeface="Microsoft Sans Serif"/>
              </a:rPr>
              <a:t> </a:t>
            </a:r>
            <a:r>
              <a:rPr sz="2200" spc="-80" dirty="0">
                <a:solidFill>
                  <a:srgbClr val="292929"/>
                </a:solidFill>
                <a:latin typeface="Microsoft Sans Serif"/>
                <a:cs typeface="Microsoft Sans Serif"/>
              </a:rPr>
              <a:t>launch</a:t>
            </a:r>
            <a:r>
              <a:rPr sz="2200" spc="60" dirty="0">
                <a:solidFill>
                  <a:srgbClr val="292929"/>
                </a:solidFill>
                <a:latin typeface="Microsoft Sans Serif"/>
                <a:cs typeface="Microsoft Sans Serif"/>
              </a:rPr>
              <a:t> </a:t>
            </a:r>
            <a:r>
              <a:rPr sz="2200" spc="-60" dirty="0">
                <a:solidFill>
                  <a:srgbClr val="292929"/>
                </a:solidFill>
                <a:latin typeface="Microsoft Sans Serif"/>
                <a:cs typeface="Microsoft Sans Serif"/>
              </a:rPr>
              <a:t>sites</a:t>
            </a:r>
            <a:r>
              <a:rPr sz="2200" spc="85" dirty="0">
                <a:solidFill>
                  <a:srgbClr val="292929"/>
                </a:solidFill>
                <a:latin typeface="Microsoft Sans Serif"/>
                <a:cs typeface="Microsoft Sans Serif"/>
              </a:rPr>
              <a:t> </a:t>
            </a:r>
            <a:r>
              <a:rPr sz="2200" spc="-25" dirty="0">
                <a:solidFill>
                  <a:srgbClr val="292929"/>
                </a:solidFill>
                <a:latin typeface="Microsoft Sans Serif"/>
                <a:cs typeface="Microsoft Sans Serif"/>
              </a:rPr>
              <a:t>begin</a:t>
            </a:r>
            <a:r>
              <a:rPr sz="2200" spc="60" dirty="0">
                <a:solidFill>
                  <a:srgbClr val="292929"/>
                </a:solidFill>
                <a:latin typeface="Microsoft Sans Serif"/>
                <a:cs typeface="Microsoft Sans Serif"/>
              </a:rPr>
              <a:t> </a:t>
            </a:r>
            <a:r>
              <a:rPr sz="2200" dirty="0">
                <a:solidFill>
                  <a:srgbClr val="292929"/>
                </a:solidFill>
                <a:latin typeface="Microsoft Sans Serif"/>
                <a:cs typeface="Microsoft Sans Serif"/>
              </a:rPr>
              <a:t>with</a:t>
            </a:r>
            <a:r>
              <a:rPr sz="2200" spc="70" dirty="0">
                <a:solidFill>
                  <a:srgbClr val="292929"/>
                </a:solidFill>
                <a:latin typeface="Microsoft Sans Serif"/>
                <a:cs typeface="Microsoft Sans Serif"/>
              </a:rPr>
              <a:t> </a:t>
            </a:r>
            <a:r>
              <a:rPr sz="2200" spc="-135" dirty="0">
                <a:solidFill>
                  <a:srgbClr val="292929"/>
                </a:solidFill>
                <a:latin typeface="Microsoft Sans Serif"/>
                <a:cs typeface="Microsoft Sans Serif"/>
              </a:rPr>
              <a:t>`CCA`:</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721098D0-5D91-CC79-6504-D4A55F3D8093}"/>
              </a:ext>
            </a:extLst>
          </p:cNvPr>
          <p:cNvSpPr txBox="1"/>
          <p:nvPr/>
        </p:nvSpPr>
        <p:spPr>
          <a:xfrm>
            <a:off x="848994" y="5434647"/>
            <a:ext cx="7169784"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95" dirty="0">
                <a:solidFill>
                  <a:srgbClr val="292929"/>
                </a:solidFill>
                <a:latin typeface="Microsoft Sans Serif"/>
                <a:cs typeface="Microsoft Sans Serif"/>
              </a:rPr>
              <a:t>Here</a:t>
            </a:r>
            <a:r>
              <a:rPr sz="2200" spc="75" dirty="0">
                <a:solidFill>
                  <a:srgbClr val="292929"/>
                </a:solidFill>
                <a:latin typeface="Microsoft Sans Serif"/>
                <a:cs typeface="Microsoft Sans Serif"/>
              </a:rPr>
              <a:t> </a:t>
            </a:r>
            <a:r>
              <a:rPr sz="2200" spc="-95" dirty="0">
                <a:solidFill>
                  <a:srgbClr val="292929"/>
                </a:solidFill>
                <a:latin typeface="Microsoft Sans Serif"/>
                <a:cs typeface="Microsoft Sans Serif"/>
              </a:rPr>
              <a:t>we</a:t>
            </a:r>
            <a:r>
              <a:rPr sz="2200" spc="75" dirty="0">
                <a:solidFill>
                  <a:srgbClr val="292929"/>
                </a:solidFill>
                <a:latin typeface="Microsoft Sans Serif"/>
                <a:cs typeface="Microsoft Sans Serif"/>
              </a:rPr>
              <a:t> </a:t>
            </a:r>
            <a:r>
              <a:rPr sz="2200" spc="-120" dirty="0">
                <a:solidFill>
                  <a:srgbClr val="292929"/>
                </a:solidFill>
                <a:latin typeface="Microsoft Sans Serif"/>
                <a:cs typeface="Microsoft Sans Serif"/>
              </a:rPr>
              <a:t>can</a:t>
            </a:r>
            <a:r>
              <a:rPr sz="2200" spc="60" dirty="0">
                <a:solidFill>
                  <a:srgbClr val="292929"/>
                </a:solidFill>
                <a:latin typeface="Microsoft Sans Serif"/>
                <a:cs typeface="Microsoft Sans Serif"/>
              </a:rPr>
              <a:t> </a:t>
            </a:r>
            <a:r>
              <a:rPr sz="2200" spc="-130" dirty="0">
                <a:solidFill>
                  <a:srgbClr val="292929"/>
                </a:solidFill>
                <a:latin typeface="Microsoft Sans Serif"/>
                <a:cs typeface="Microsoft Sans Serif"/>
              </a:rPr>
              <a:t>see</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five</a:t>
            </a:r>
            <a:r>
              <a:rPr sz="2200" spc="55" dirty="0">
                <a:solidFill>
                  <a:srgbClr val="292929"/>
                </a:solidFill>
                <a:latin typeface="Microsoft Sans Serif"/>
                <a:cs typeface="Microsoft Sans Serif"/>
              </a:rPr>
              <a:t> </a:t>
            </a:r>
            <a:r>
              <a:rPr sz="2200" spc="-90" dirty="0">
                <a:solidFill>
                  <a:srgbClr val="292929"/>
                </a:solidFill>
                <a:latin typeface="Microsoft Sans Serif"/>
                <a:cs typeface="Microsoft Sans Serif"/>
              </a:rPr>
              <a:t>samples</a:t>
            </a:r>
            <a:r>
              <a:rPr sz="2200" spc="6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80" dirty="0">
                <a:solidFill>
                  <a:srgbClr val="292929"/>
                </a:solidFill>
                <a:latin typeface="Microsoft Sans Serif"/>
                <a:cs typeface="Microsoft Sans Serif"/>
              </a:rPr>
              <a:t> </a:t>
            </a:r>
            <a:r>
              <a:rPr sz="2200" spc="-140" dirty="0">
                <a:solidFill>
                  <a:srgbClr val="292929"/>
                </a:solidFill>
                <a:latin typeface="Microsoft Sans Serif"/>
                <a:cs typeface="Microsoft Sans Serif"/>
              </a:rPr>
              <a:t>Cape</a:t>
            </a:r>
            <a:r>
              <a:rPr sz="2200" spc="80" dirty="0">
                <a:solidFill>
                  <a:srgbClr val="292929"/>
                </a:solidFill>
                <a:latin typeface="Microsoft Sans Serif"/>
                <a:cs typeface="Microsoft Sans Serif"/>
              </a:rPr>
              <a:t> </a:t>
            </a:r>
            <a:r>
              <a:rPr sz="2200" spc="-110" dirty="0">
                <a:solidFill>
                  <a:srgbClr val="292929"/>
                </a:solidFill>
                <a:latin typeface="Microsoft Sans Serif"/>
                <a:cs typeface="Microsoft Sans Serif"/>
              </a:rPr>
              <a:t>Canaveral</a:t>
            </a:r>
            <a:r>
              <a:rPr sz="2200" spc="75" dirty="0">
                <a:solidFill>
                  <a:srgbClr val="292929"/>
                </a:solidFill>
                <a:latin typeface="Microsoft Sans Serif"/>
                <a:cs typeface="Microsoft Sans Serif"/>
              </a:rPr>
              <a:t> </a:t>
            </a:r>
            <a:r>
              <a:rPr sz="2200" spc="-95" dirty="0">
                <a:solidFill>
                  <a:srgbClr val="292929"/>
                </a:solidFill>
                <a:latin typeface="Microsoft Sans Serif"/>
                <a:cs typeface="Microsoft Sans Serif"/>
              </a:rPr>
              <a:t>launches.</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7031BDCA-030D-2BF0-013C-D6D4FD9A15EE}"/>
              </a:ext>
            </a:extLst>
          </p:cNvPr>
          <p:cNvGraphicFramePr>
            <a:graphicFrameLocks noGrp="1"/>
          </p:cNvGraphicFramePr>
          <p:nvPr/>
        </p:nvGraphicFramePr>
        <p:xfrm>
          <a:off x="763663" y="2284095"/>
          <a:ext cx="10627356" cy="2997198"/>
        </p:xfrm>
        <a:graphic>
          <a:graphicData uri="http://schemas.openxmlformats.org/drawingml/2006/table">
            <a:tbl>
              <a:tblPr firstRow="1" bandRow="1">
                <a:tableStyleId>{2D5ABB26-0587-4C30-8999-92F81FD0307C}</a:tableStyleId>
              </a:tblPr>
              <a:tblGrid>
                <a:gridCol w="1062990">
                  <a:extLst>
                    <a:ext uri="{9D8B030D-6E8A-4147-A177-3AD203B41FA5}">
                      <a16:colId xmlns:a16="http://schemas.microsoft.com/office/drawing/2014/main" val="20000"/>
                    </a:ext>
                  </a:extLst>
                </a:gridCol>
                <a:gridCol w="1062990">
                  <a:extLst>
                    <a:ext uri="{9D8B030D-6E8A-4147-A177-3AD203B41FA5}">
                      <a16:colId xmlns:a16="http://schemas.microsoft.com/office/drawing/2014/main" val="20001"/>
                    </a:ext>
                  </a:extLst>
                </a:gridCol>
                <a:gridCol w="1062990">
                  <a:extLst>
                    <a:ext uri="{9D8B030D-6E8A-4147-A177-3AD203B41FA5}">
                      <a16:colId xmlns:a16="http://schemas.microsoft.com/office/drawing/2014/main" val="20002"/>
                    </a:ext>
                  </a:extLst>
                </a:gridCol>
                <a:gridCol w="1062989">
                  <a:extLst>
                    <a:ext uri="{9D8B030D-6E8A-4147-A177-3AD203B41FA5}">
                      <a16:colId xmlns:a16="http://schemas.microsoft.com/office/drawing/2014/main" val="20003"/>
                    </a:ext>
                  </a:extLst>
                </a:gridCol>
                <a:gridCol w="1388744">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894715">
                  <a:extLst>
                    <a:ext uri="{9D8B030D-6E8A-4147-A177-3AD203B41FA5}">
                      <a16:colId xmlns:a16="http://schemas.microsoft.com/office/drawing/2014/main" val="20006"/>
                    </a:ext>
                  </a:extLst>
                </a:gridCol>
                <a:gridCol w="1062354">
                  <a:extLst>
                    <a:ext uri="{9D8B030D-6E8A-4147-A177-3AD203B41FA5}">
                      <a16:colId xmlns:a16="http://schemas.microsoft.com/office/drawing/2014/main" val="20007"/>
                    </a:ext>
                  </a:extLst>
                </a:gridCol>
                <a:gridCol w="902334">
                  <a:extLst>
                    <a:ext uri="{9D8B030D-6E8A-4147-A177-3AD203B41FA5}">
                      <a16:colId xmlns:a16="http://schemas.microsoft.com/office/drawing/2014/main" val="20008"/>
                    </a:ext>
                  </a:extLst>
                </a:gridCol>
                <a:gridCol w="1222375">
                  <a:extLst>
                    <a:ext uri="{9D8B030D-6E8A-4147-A177-3AD203B41FA5}">
                      <a16:colId xmlns:a16="http://schemas.microsoft.com/office/drawing/2014/main" val="20009"/>
                    </a:ext>
                  </a:extLst>
                </a:gridCol>
              </a:tblGrid>
              <a:tr h="518159">
                <a:tc>
                  <a:txBody>
                    <a:bodyPr/>
                    <a:lstStyle/>
                    <a:p>
                      <a:pPr marL="91440">
                        <a:lnSpc>
                          <a:spcPct val="100000"/>
                        </a:lnSpc>
                        <a:spcBef>
                          <a:spcPts val="1125"/>
                        </a:spcBef>
                      </a:pPr>
                      <a:r>
                        <a:rPr sz="1400" b="1" spc="-15" dirty="0">
                          <a:solidFill>
                            <a:srgbClr val="FFFFFF"/>
                          </a:solidFill>
                          <a:latin typeface="Calibri"/>
                          <a:cs typeface="Calibri"/>
                        </a:rPr>
                        <a:t>Date</a:t>
                      </a:r>
                      <a:endParaRPr sz="1400">
                        <a:latin typeface="Calibri"/>
                        <a:cs typeface="Calibri"/>
                      </a:endParaRPr>
                    </a:p>
                  </a:txBody>
                  <a:tcPr marL="0" marR="0" marT="1428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1125"/>
                        </a:spcBef>
                      </a:pPr>
                      <a:r>
                        <a:rPr sz="1400" b="1" spc="-5" dirty="0">
                          <a:solidFill>
                            <a:srgbClr val="FFFFFF"/>
                          </a:solidFill>
                          <a:latin typeface="Calibri"/>
                          <a:cs typeface="Calibri"/>
                        </a:rPr>
                        <a:t>Time</a:t>
                      </a:r>
                      <a:r>
                        <a:rPr sz="1400" b="1" spc="-50" dirty="0">
                          <a:solidFill>
                            <a:srgbClr val="FFFFFF"/>
                          </a:solidFill>
                          <a:latin typeface="Calibri"/>
                          <a:cs typeface="Calibri"/>
                        </a:rPr>
                        <a:t> </a:t>
                      </a:r>
                      <a:r>
                        <a:rPr sz="1400" b="1" spc="-15" dirty="0">
                          <a:solidFill>
                            <a:srgbClr val="FFFFFF"/>
                          </a:solidFill>
                          <a:latin typeface="Calibri"/>
                          <a:cs typeface="Calibri"/>
                        </a:rPr>
                        <a:t>UTC</a:t>
                      </a:r>
                      <a:endParaRPr sz="1400">
                        <a:latin typeface="Calibri"/>
                        <a:cs typeface="Calibri"/>
                      </a:endParaRPr>
                    </a:p>
                  </a:txBody>
                  <a:tcPr marL="0" marR="0" marT="1428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marR="391795">
                        <a:lnSpc>
                          <a:spcPct val="100000"/>
                        </a:lnSpc>
                        <a:spcBef>
                          <a:spcPts val="285"/>
                        </a:spcBef>
                      </a:pPr>
                      <a:r>
                        <a:rPr sz="1400" b="1" spc="-5" dirty="0">
                          <a:solidFill>
                            <a:srgbClr val="FFFFFF"/>
                          </a:solidFill>
                          <a:latin typeface="Calibri"/>
                          <a:cs typeface="Calibri"/>
                        </a:rPr>
                        <a:t>B</a:t>
                      </a:r>
                      <a:r>
                        <a:rPr sz="1400" b="1" spc="5" dirty="0">
                          <a:solidFill>
                            <a:srgbClr val="FFFFFF"/>
                          </a:solidFill>
                          <a:latin typeface="Calibri"/>
                          <a:cs typeface="Calibri"/>
                        </a:rPr>
                        <a:t>oo</a:t>
                      </a:r>
                      <a:r>
                        <a:rPr sz="1400" b="1" spc="-20" dirty="0">
                          <a:solidFill>
                            <a:srgbClr val="FFFFFF"/>
                          </a:solidFill>
                          <a:latin typeface="Calibri"/>
                          <a:cs typeface="Calibri"/>
                        </a:rPr>
                        <a:t>s</a:t>
                      </a:r>
                      <a:r>
                        <a:rPr sz="1400" b="1" spc="-25" dirty="0">
                          <a:solidFill>
                            <a:srgbClr val="FFFFFF"/>
                          </a:solidFill>
                          <a:latin typeface="Calibri"/>
                          <a:cs typeface="Calibri"/>
                        </a:rPr>
                        <a:t>t</a:t>
                      </a:r>
                      <a:r>
                        <a:rPr sz="1400" b="1" spc="-5" dirty="0">
                          <a:solidFill>
                            <a:srgbClr val="FFFFFF"/>
                          </a:solidFill>
                          <a:latin typeface="Calibri"/>
                          <a:cs typeface="Calibri"/>
                        </a:rPr>
                        <a:t>e</a:t>
                      </a:r>
                      <a:r>
                        <a:rPr sz="1400" b="1" dirty="0">
                          <a:solidFill>
                            <a:srgbClr val="FFFFFF"/>
                          </a:solidFill>
                          <a:latin typeface="Calibri"/>
                          <a:cs typeface="Calibri"/>
                        </a:rPr>
                        <a:t>r  </a:t>
                      </a:r>
                      <a:r>
                        <a:rPr sz="1400" b="1" spc="-20" dirty="0">
                          <a:solidFill>
                            <a:srgbClr val="FFFFFF"/>
                          </a:solidFill>
                          <a:latin typeface="Calibri"/>
                          <a:cs typeface="Calibri"/>
                        </a:rPr>
                        <a:t>Version</a:t>
                      </a:r>
                      <a:endParaRPr sz="14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1125"/>
                        </a:spcBef>
                      </a:pPr>
                      <a:r>
                        <a:rPr sz="1400" b="1" dirty="0">
                          <a:solidFill>
                            <a:srgbClr val="FFFFFF"/>
                          </a:solidFill>
                          <a:latin typeface="Calibri"/>
                          <a:cs typeface="Calibri"/>
                        </a:rPr>
                        <a:t>Launch</a:t>
                      </a:r>
                      <a:r>
                        <a:rPr sz="1400" b="1" spc="-75" dirty="0">
                          <a:solidFill>
                            <a:srgbClr val="FFFFFF"/>
                          </a:solidFill>
                          <a:latin typeface="Calibri"/>
                          <a:cs typeface="Calibri"/>
                        </a:rPr>
                        <a:t> </a:t>
                      </a:r>
                      <a:r>
                        <a:rPr sz="1400" b="1" spc="-10" dirty="0">
                          <a:solidFill>
                            <a:srgbClr val="FFFFFF"/>
                          </a:solidFill>
                          <a:latin typeface="Calibri"/>
                          <a:cs typeface="Calibri"/>
                        </a:rPr>
                        <a:t>Site</a:t>
                      </a:r>
                      <a:endParaRPr sz="1400">
                        <a:latin typeface="Calibri"/>
                        <a:cs typeface="Calibri"/>
                      </a:endParaRPr>
                    </a:p>
                  </a:txBody>
                  <a:tcPr marL="0" marR="0" marT="1428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1125"/>
                        </a:spcBef>
                      </a:pPr>
                      <a:r>
                        <a:rPr sz="1400" b="1" spc="-10" dirty="0">
                          <a:solidFill>
                            <a:srgbClr val="FFFFFF"/>
                          </a:solidFill>
                          <a:latin typeface="Calibri"/>
                          <a:cs typeface="Calibri"/>
                        </a:rPr>
                        <a:t>Payload</a:t>
                      </a:r>
                      <a:endParaRPr sz="1400">
                        <a:latin typeface="Calibri"/>
                        <a:cs typeface="Calibri"/>
                      </a:endParaRPr>
                    </a:p>
                  </a:txBody>
                  <a:tcPr marL="0" marR="0" marT="1428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710" marR="207010">
                        <a:lnSpc>
                          <a:spcPct val="100000"/>
                        </a:lnSpc>
                        <a:spcBef>
                          <a:spcPts val="285"/>
                        </a:spcBef>
                      </a:pPr>
                      <a:r>
                        <a:rPr sz="1400" b="1" spc="-10" dirty="0">
                          <a:solidFill>
                            <a:srgbClr val="FFFFFF"/>
                          </a:solidFill>
                          <a:latin typeface="Calibri"/>
                          <a:cs typeface="Calibri"/>
                        </a:rPr>
                        <a:t>Payload </a:t>
                      </a:r>
                      <a:r>
                        <a:rPr sz="1400" b="1" spc="-305" dirty="0">
                          <a:solidFill>
                            <a:srgbClr val="FFFFFF"/>
                          </a:solidFill>
                          <a:latin typeface="Calibri"/>
                          <a:cs typeface="Calibri"/>
                        </a:rPr>
                        <a:t> </a:t>
                      </a:r>
                      <a:r>
                        <a:rPr sz="1400" b="1" dirty="0">
                          <a:solidFill>
                            <a:srgbClr val="FFFFFF"/>
                          </a:solidFill>
                          <a:latin typeface="Calibri"/>
                          <a:cs typeface="Calibri"/>
                        </a:rPr>
                        <a:t>Mass</a:t>
                      </a:r>
                      <a:r>
                        <a:rPr sz="1400" b="1" spc="5" dirty="0">
                          <a:solidFill>
                            <a:srgbClr val="FFFFFF"/>
                          </a:solidFill>
                          <a:latin typeface="Calibri"/>
                          <a:cs typeface="Calibri"/>
                        </a:rPr>
                        <a:t> k</a:t>
                      </a:r>
                      <a:r>
                        <a:rPr sz="1400" b="1" dirty="0">
                          <a:solidFill>
                            <a:srgbClr val="FFFFFF"/>
                          </a:solidFill>
                          <a:latin typeface="Calibri"/>
                          <a:cs typeface="Calibri"/>
                        </a:rPr>
                        <a:t>g</a:t>
                      </a:r>
                      <a:endParaRPr sz="14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710">
                        <a:lnSpc>
                          <a:spcPct val="100000"/>
                        </a:lnSpc>
                        <a:spcBef>
                          <a:spcPts val="1125"/>
                        </a:spcBef>
                      </a:pPr>
                      <a:r>
                        <a:rPr sz="1400" b="1" spc="-5" dirty="0">
                          <a:solidFill>
                            <a:srgbClr val="FFFFFF"/>
                          </a:solidFill>
                          <a:latin typeface="Calibri"/>
                          <a:cs typeface="Calibri"/>
                        </a:rPr>
                        <a:t>Orbit</a:t>
                      </a:r>
                      <a:endParaRPr sz="1400">
                        <a:latin typeface="Calibri"/>
                        <a:cs typeface="Calibri"/>
                      </a:endParaRPr>
                    </a:p>
                  </a:txBody>
                  <a:tcPr marL="0" marR="0" marT="1428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710">
                        <a:lnSpc>
                          <a:spcPct val="100000"/>
                        </a:lnSpc>
                        <a:spcBef>
                          <a:spcPts val="1125"/>
                        </a:spcBef>
                      </a:pPr>
                      <a:r>
                        <a:rPr sz="1400" b="1" spc="-10" dirty="0">
                          <a:solidFill>
                            <a:srgbClr val="FFFFFF"/>
                          </a:solidFill>
                          <a:latin typeface="Calibri"/>
                          <a:cs typeface="Calibri"/>
                        </a:rPr>
                        <a:t>Customer</a:t>
                      </a:r>
                      <a:endParaRPr sz="1400">
                        <a:latin typeface="Calibri"/>
                        <a:cs typeface="Calibri"/>
                      </a:endParaRPr>
                    </a:p>
                  </a:txBody>
                  <a:tcPr marL="0" marR="0" marT="1428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3345" marR="123189">
                        <a:lnSpc>
                          <a:spcPct val="100000"/>
                        </a:lnSpc>
                        <a:spcBef>
                          <a:spcPts val="285"/>
                        </a:spcBef>
                      </a:pPr>
                      <a:r>
                        <a:rPr sz="1400" b="1" spc="-5" dirty="0">
                          <a:solidFill>
                            <a:srgbClr val="FFFFFF"/>
                          </a:solidFill>
                          <a:latin typeface="Calibri"/>
                          <a:cs typeface="Calibri"/>
                        </a:rPr>
                        <a:t>Mission </a:t>
                      </a:r>
                      <a:r>
                        <a:rPr sz="1400" b="1" dirty="0">
                          <a:solidFill>
                            <a:srgbClr val="FFFFFF"/>
                          </a:solidFill>
                          <a:latin typeface="Calibri"/>
                          <a:cs typeface="Calibri"/>
                        </a:rPr>
                        <a:t> </a:t>
                      </a:r>
                      <a:r>
                        <a:rPr sz="1400" b="1" spc="-10" dirty="0">
                          <a:solidFill>
                            <a:srgbClr val="FFFFFF"/>
                          </a:solidFill>
                          <a:latin typeface="Calibri"/>
                          <a:cs typeface="Calibri"/>
                        </a:rPr>
                        <a:t>O</a:t>
                      </a:r>
                      <a:r>
                        <a:rPr sz="1400" b="1" spc="5" dirty="0">
                          <a:solidFill>
                            <a:srgbClr val="FFFFFF"/>
                          </a:solidFill>
                          <a:latin typeface="Calibri"/>
                          <a:cs typeface="Calibri"/>
                        </a:rPr>
                        <a:t>u</a:t>
                      </a:r>
                      <a:r>
                        <a:rPr sz="1400" b="1" spc="-25" dirty="0">
                          <a:solidFill>
                            <a:srgbClr val="FFFFFF"/>
                          </a:solidFill>
                          <a:latin typeface="Calibri"/>
                          <a:cs typeface="Calibri"/>
                        </a:rPr>
                        <a:t>t</a:t>
                      </a:r>
                      <a:r>
                        <a:rPr sz="1400" b="1" spc="-10" dirty="0">
                          <a:solidFill>
                            <a:srgbClr val="FFFFFF"/>
                          </a:solidFill>
                          <a:latin typeface="Calibri"/>
                          <a:cs typeface="Calibri"/>
                        </a:rPr>
                        <a:t>c</a:t>
                      </a:r>
                      <a:r>
                        <a:rPr sz="1400" b="1" spc="5" dirty="0">
                          <a:solidFill>
                            <a:srgbClr val="FFFFFF"/>
                          </a:solidFill>
                          <a:latin typeface="Calibri"/>
                          <a:cs typeface="Calibri"/>
                        </a:rPr>
                        <a:t>o</a:t>
                      </a:r>
                      <a:r>
                        <a:rPr sz="1400" b="1" spc="-5" dirty="0">
                          <a:solidFill>
                            <a:srgbClr val="FFFFFF"/>
                          </a:solidFill>
                          <a:latin typeface="Calibri"/>
                          <a:cs typeface="Calibri"/>
                        </a:rPr>
                        <a:t>me</a:t>
                      </a:r>
                      <a:endParaRPr sz="14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3345" marR="443230">
                        <a:lnSpc>
                          <a:spcPct val="100000"/>
                        </a:lnSpc>
                        <a:spcBef>
                          <a:spcPts val="285"/>
                        </a:spcBef>
                      </a:pPr>
                      <a:r>
                        <a:rPr sz="1400" b="1" dirty="0">
                          <a:solidFill>
                            <a:srgbClr val="FFFFFF"/>
                          </a:solidFill>
                          <a:latin typeface="Calibri"/>
                          <a:cs typeface="Calibri"/>
                        </a:rPr>
                        <a:t>Landing </a:t>
                      </a:r>
                      <a:r>
                        <a:rPr sz="1400" b="1" spc="5" dirty="0">
                          <a:solidFill>
                            <a:srgbClr val="FFFFFF"/>
                          </a:solidFill>
                          <a:latin typeface="Calibri"/>
                          <a:cs typeface="Calibri"/>
                        </a:rPr>
                        <a:t> </a:t>
                      </a:r>
                      <a:r>
                        <a:rPr sz="1400" b="1" spc="-10" dirty="0">
                          <a:solidFill>
                            <a:srgbClr val="FFFFFF"/>
                          </a:solidFill>
                          <a:latin typeface="Calibri"/>
                          <a:cs typeface="Calibri"/>
                        </a:rPr>
                        <a:t>O</a:t>
                      </a:r>
                      <a:r>
                        <a:rPr sz="1400" b="1" spc="5" dirty="0">
                          <a:solidFill>
                            <a:srgbClr val="FFFFFF"/>
                          </a:solidFill>
                          <a:latin typeface="Calibri"/>
                          <a:cs typeface="Calibri"/>
                        </a:rPr>
                        <a:t>u</a:t>
                      </a:r>
                      <a:r>
                        <a:rPr sz="1400" b="1" spc="-25" dirty="0">
                          <a:solidFill>
                            <a:srgbClr val="FFFFFF"/>
                          </a:solidFill>
                          <a:latin typeface="Calibri"/>
                          <a:cs typeface="Calibri"/>
                        </a:rPr>
                        <a:t>t</a:t>
                      </a:r>
                      <a:r>
                        <a:rPr sz="1400" b="1" spc="-10" dirty="0">
                          <a:solidFill>
                            <a:srgbClr val="FFFFFF"/>
                          </a:solidFill>
                          <a:latin typeface="Calibri"/>
                          <a:cs typeface="Calibri"/>
                        </a:rPr>
                        <a:t>c</a:t>
                      </a:r>
                      <a:r>
                        <a:rPr sz="1400" b="1" spc="5" dirty="0">
                          <a:solidFill>
                            <a:srgbClr val="FFFFFF"/>
                          </a:solidFill>
                          <a:latin typeface="Calibri"/>
                          <a:cs typeface="Calibri"/>
                        </a:rPr>
                        <a:t>o</a:t>
                      </a:r>
                      <a:r>
                        <a:rPr sz="1400" b="1" spc="-5" dirty="0">
                          <a:solidFill>
                            <a:srgbClr val="FFFFFF"/>
                          </a:solidFill>
                          <a:latin typeface="Calibri"/>
                          <a:cs typeface="Calibri"/>
                        </a:rPr>
                        <a:t>me</a:t>
                      </a:r>
                      <a:endParaRPr sz="14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457200">
                <a:tc>
                  <a:txBody>
                    <a:bodyPr/>
                    <a:lstStyle/>
                    <a:p>
                      <a:pPr marL="91440">
                        <a:lnSpc>
                          <a:spcPct val="100000"/>
                        </a:lnSpc>
                        <a:spcBef>
                          <a:spcPts val="1010"/>
                        </a:spcBef>
                      </a:pPr>
                      <a:r>
                        <a:rPr sz="1200" spc="-10" dirty="0">
                          <a:latin typeface="Calibri"/>
                          <a:cs typeface="Calibri"/>
                        </a:rPr>
                        <a:t>2010-06-04</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1010"/>
                        </a:spcBef>
                      </a:pPr>
                      <a:r>
                        <a:rPr sz="1200" spc="-10" dirty="0">
                          <a:latin typeface="Calibri"/>
                          <a:cs typeface="Calibri"/>
                        </a:rPr>
                        <a:t>18:45:00</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R="1905" algn="ctr">
                        <a:lnSpc>
                          <a:spcPct val="100000"/>
                        </a:lnSpc>
                        <a:spcBef>
                          <a:spcPts val="1010"/>
                        </a:spcBef>
                      </a:pPr>
                      <a:r>
                        <a:rPr sz="1200" dirty="0">
                          <a:latin typeface="Calibri"/>
                          <a:cs typeface="Calibri"/>
                        </a:rPr>
                        <a:t>F9</a:t>
                      </a:r>
                      <a:r>
                        <a:rPr sz="1200" spc="-35" dirty="0">
                          <a:latin typeface="Calibri"/>
                          <a:cs typeface="Calibri"/>
                        </a:rPr>
                        <a:t> </a:t>
                      </a:r>
                      <a:r>
                        <a:rPr sz="1200" spc="-5" dirty="0">
                          <a:latin typeface="Calibri"/>
                          <a:cs typeface="Calibri"/>
                        </a:rPr>
                        <a:t>v1.0</a:t>
                      </a:r>
                      <a:r>
                        <a:rPr sz="1200" spc="-15" dirty="0">
                          <a:latin typeface="Calibri"/>
                          <a:cs typeface="Calibri"/>
                        </a:rPr>
                        <a:t> </a:t>
                      </a:r>
                      <a:r>
                        <a:rPr sz="1200" spc="-5" dirty="0">
                          <a:latin typeface="Calibri"/>
                          <a:cs typeface="Calibri"/>
                        </a:rPr>
                        <a:t>B0003</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1010"/>
                        </a:spcBef>
                      </a:pPr>
                      <a:r>
                        <a:rPr sz="1200" b="1" spc="-5" dirty="0">
                          <a:latin typeface="Calibri"/>
                          <a:cs typeface="Calibri"/>
                        </a:rPr>
                        <a:t>CCA</a:t>
                      </a:r>
                      <a:r>
                        <a:rPr sz="1200" spc="-5" dirty="0">
                          <a:latin typeface="Calibri"/>
                          <a:cs typeface="Calibri"/>
                        </a:rPr>
                        <a:t>FS</a:t>
                      </a:r>
                      <a:r>
                        <a:rPr sz="1200" spc="-45" dirty="0">
                          <a:latin typeface="Calibri"/>
                          <a:cs typeface="Calibri"/>
                        </a:rPr>
                        <a:t> </a:t>
                      </a:r>
                      <a:r>
                        <a:rPr sz="1200" spc="-10" dirty="0">
                          <a:latin typeface="Calibri"/>
                          <a:cs typeface="Calibri"/>
                        </a:rPr>
                        <a:t>LC-40</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marR="155575">
                        <a:lnSpc>
                          <a:spcPct val="100000"/>
                        </a:lnSpc>
                        <a:spcBef>
                          <a:spcPts val="290"/>
                        </a:spcBef>
                      </a:pPr>
                      <a:r>
                        <a:rPr sz="1200" spc="-5" dirty="0">
                          <a:latin typeface="Calibri"/>
                          <a:cs typeface="Calibri"/>
                        </a:rPr>
                        <a:t>D</a:t>
                      </a:r>
                      <a:r>
                        <a:rPr sz="1200" spc="-20" dirty="0">
                          <a:latin typeface="Calibri"/>
                          <a:cs typeface="Calibri"/>
                        </a:rPr>
                        <a:t>r</a:t>
                      </a:r>
                      <a:r>
                        <a:rPr sz="1200" dirty="0">
                          <a:latin typeface="Calibri"/>
                          <a:cs typeface="Calibri"/>
                        </a:rPr>
                        <a:t>a</a:t>
                      </a:r>
                      <a:r>
                        <a:rPr sz="1200" spc="-5" dirty="0">
                          <a:latin typeface="Calibri"/>
                          <a:cs typeface="Calibri"/>
                        </a:rPr>
                        <a:t>g</a:t>
                      </a:r>
                      <a:r>
                        <a:rPr sz="1200" spc="5" dirty="0">
                          <a:latin typeface="Calibri"/>
                          <a:cs typeface="Calibri"/>
                        </a:rPr>
                        <a:t>o</a:t>
                      </a:r>
                      <a:r>
                        <a:rPr sz="1200" dirty="0">
                          <a:latin typeface="Calibri"/>
                          <a:cs typeface="Calibri"/>
                        </a:rPr>
                        <a:t>n</a:t>
                      </a:r>
                      <a:r>
                        <a:rPr sz="1200" spc="-20" dirty="0">
                          <a:latin typeface="Calibri"/>
                          <a:cs typeface="Calibri"/>
                        </a:rPr>
                        <a:t> </a:t>
                      </a:r>
                      <a:r>
                        <a:rPr sz="1200" spc="5" dirty="0">
                          <a:latin typeface="Calibri"/>
                          <a:cs typeface="Calibri"/>
                        </a:rPr>
                        <a:t>Sp</a:t>
                      </a:r>
                      <a:r>
                        <a:rPr sz="1200" dirty="0">
                          <a:latin typeface="Calibri"/>
                          <a:cs typeface="Calibri"/>
                        </a:rPr>
                        <a:t>a</a:t>
                      </a:r>
                      <a:r>
                        <a:rPr sz="1200" spc="-10" dirty="0">
                          <a:latin typeface="Calibri"/>
                          <a:cs typeface="Calibri"/>
                        </a:rPr>
                        <a:t>c</a:t>
                      </a:r>
                      <a:r>
                        <a:rPr sz="1200" dirty="0">
                          <a:latin typeface="Calibri"/>
                          <a:cs typeface="Calibri"/>
                        </a:rPr>
                        <a:t>e</a:t>
                      </a:r>
                      <a:r>
                        <a:rPr sz="1200" spc="-5" dirty="0">
                          <a:latin typeface="Calibri"/>
                          <a:cs typeface="Calibri"/>
                        </a:rPr>
                        <a:t>c</a:t>
                      </a:r>
                      <a:r>
                        <a:rPr sz="1200" spc="-20" dirty="0">
                          <a:latin typeface="Calibri"/>
                          <a:cs typeface="Calibri"/>
                        </a:rPr>
                        <a:t>r</a:t>
                      </a:r>
                      <a:r>
                        <a:rPr sz="1200" dirty="0">
                          <a:latin typeface="Calibri"/>
                          <a:cs typeface="Calibri"/>
                        </a:rPr>
                        <a:t>a</a:t>
                      </a:r>
                      <a:r>
                        <a:rPr sz="1200" spc="-10" dirty="0">
                          <a:latin typeface="Calibri"/>
                          <a:cs typeface="Calibri"/>
                        </a:rPr>
                        <a:t>f</a:t>
                      </a:r>
                      <a:r>
                        <a:rPr sz="1200" dirty="0">
                          <a:latin typeface="Calibri"/>
                          <a:cs typeface="Calibri"/>
                        </a:rPr>
                        <a:t>t  </a:t>
                      </a:r>
                      <a:r>
                        <a:rPr sz="1200" spc="-5" dirty="0">
                          <a:latin typeface="Calibri"/>
                          <a:cs typeface="Calibri"/>
                        </a:rPr>
                        <a:t>Qualification</a:t>
                      </a:r>
                      <a:r>
                        <a:rPr sz="1200" spc="-30" dirty="0">
                          <a:latin typeface="Calibri"/>
                          <a:cs typeface="Calibri"/>
                        </a:rPr>
                        <a:t> </a:t>
                      </a:r>
                      <a:r>
                        <a:rPr sz="1200" dirty="0">
                          <a:latin typeface="Calibri"/>
                          <a:cs typeface="Calibri"/>
                        </a:rPr>
                        <a:t>Unit</a:t>
                      </a:r>
                      <a:endParaRPr sz="1200">
                        <a:latin typeface="Calibri"/>
                        <a:cs typeface="Calibri"/>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1010"/>
                        </a:spcBef>
                      </a:pPr>
                      <a:r>
                        <a:rPr sz="1200" dirty="0">
                          <a:latin typeface="Calibri"/>
                          <a:cs typeface="Calibri"/>
                        </a:rPr>
                        <a:t>0</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1010"/>
                        </a:spcBef>
                      </a:pPr>
                      <a:r>
                        <a:rPr sz="1200" spc="-15" dirty="0">
                          <a:latin typeface="Calibri"/>
                          <a:cs typeface="Calibri"/>
                        </a:rPr>
                        <a:t>LEO</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1010"/>
                        </a:spcBef>
                      </a:pPr>
                      <a:r>
                        <a:rPr sz="1200" dirty="0">
                          <a:latin typeface="Calibri"/>
                          <a:cs typeface="Calibri"/>
                        </a:rPr>
                        <a:t>SpaceX</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3345">
                        <a:lnSpc>
                          <a:spcPct val="100000"/>
                        </a:lnSpc>
                        <a:spcBef>
                          <a:spcPts val="1010"/>
                        </a:spcBef>
                      </a:pPr>
                      <a:r>
                        <a:rPr sz="1200" spc="-5" dirty="0">
                          <a:latin typeface="Calibri"/>
                          <a:cs typeface="Calibri"/>
                        </a:rPr>
                        <a:t>Success</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3345" marR="400685">
                        <a:lnSpc>
                          <a:spcPct val="100000"/>
                        </a:lnSpc>
                        <a:spcBef>
                          <a:spcPts val="290"/>
                        </a:spcBef>
                      </a:pPr>
                      <a:r>
                        <a:rPr sz="1200" spc="-10" dirty="0">
                          <a:latin typeface="Calibri"/>
                          <a:cs typeface="Calibri"/>
                        </a:rPr>
                        <a:t>Failure </a:t>
                      </a:r>
                      <a:r>
                        <a:rPr sz="1200" spc="-5" dirty="0">
                          <a:latin typeface="Calibri"/>
                          <a:cs typeface="Calibri"/>
                        </a:rPr>
                        <a:t> (</a:t>
                      </a:r>
                      <a:r>
                        <a:rPr sz="1200" dirty="0">
                          <a:latin typeface="Calibri"/>
                          <a:cs typeface="Calibri"/>
                        </a:rPr>
                        <a:t>pa</a:t>
                      </a:r>
                      <a:r>
                        <a:rPr sz="1200" spc="-20" dirty="0">
                          <a:latin typeface="Calibri"/>
                          <a:cs typeface="Calibri"/>
                        </a:rPr>
                        <a:t>r</a:t>
                      </a:r>
                      <a:r>
                        <a:rPr sz="1200" dirty="0">
                          <a:latin typeface="Calibri"/>
                          <a:cs typeface="Calibri"/>
                        </a:rPr>
                        <a:t>a</a:t>
                      </a:r>
                      <a:r>
                        <a:rPr sz="1200" spc="-10" dirty="0">
                          <a:latin typeface="Calibri"/>
                          <a:cs typeface="Calibri"/>
                        </a:rPr>
                        <a:t>c</a:t>
                      </a:r>
                      <a:r>
                        <a:rPr sz="1200" spc="5" dirty="0">
                          <a:latin typeface="Calibri"/>
                          <a:cs typeface="Calibri"/>
                        </a:rPr>
                        <a:t>hu</a:t>
                      </a:r>
                      <a:r>
                        <a:rPr sz="1200" spc="-25" dirty="0">
                          <a:latin typeface="Calibri"/>
                          <a:cs typeface="Calibri"/>
                        </a:rPr>
                        <a:t>t</a:t>
                      </a:r>
                      <a:r>
                        <a:rPr sz="1200" dirty="0">
                          <a:latin typeface="Calibri"/>
                          <a:cs typeface="Calibri"/>
                        </a:rPr>
                        <a:t>e)</a:t>
                      </a:r>
                      <a:endParaRPr sz="1200">
                        <a:latin typeface="Calibri"/>
                        <a:cs typeface="Calibri"/>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822960">
                <a:tc>
                  <a:txBody>
                    <a:bodyPr/>
                    <a:lstStyle/>
                    <a:p>
                      <a:pPr>
                        <a:lnSpc>
                          <a:spcPct val="100000"/>
                        </a:lnSpc>
                      </a:pPr>
                      <a:endParaRPr sz="1200">
                        <a:latin typeface="Times New Roman"/>
                        <a:cs typeface="Times New Roman"/>
                      </a:endParaRPr>
                    </a:p>
                    <a:p>
                      <a:pPr marL="91440">
                        <a:lnSpc>
                          <a:spcPct val="100000"/>
                        </a:lnSpc>
                        <a:spcBef>
                          <a:spcPts val="1070"/>
                        </a:spcBef>
                      </a:pPr>
                      <a:r>
                        <a:rPr sz="1200" spc="-10" dirty="0">
                          <a:latin typeface="Calibri"/>
                          <a:cs typeface="Calibri"/>
                        </a:rPr>
                        <a:t>2010-12-08</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200">
                        <a:latin typeface="Times New Roman"/>
                        <a:cs typeface="Times New Roman"/>
                      </a:endParaRPr>
                    </a:p>
                    <a:p>
                      <a:pPr marL="91440">
                        <a:lnSpc>
                          <a:spcPct val="100000"/>
                        </a:lnSpc>
                        <a:spcBef>
                          <a:spcPts val="1070"/>
                        </a:spcBef>
                      </a:pPr>
                      <a:r>
                        <a:rPr sz="1200" spc="-10" dirty="0">
                          <a:latin typeface="Calibri"/>
                          <a:cs typeface="Calibri"/>
                        </a:rPr>
                        <a:t>15:43:00</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200">
                        <a:latin typeface="Times New Roman"/>
                        <a:cs typeface="Times New Roman"/>
                      </a:endParaRPr>
                    </a:p>
                    <a:p>
                      <a:pPr marR="1905" algn="ctr">
                        <a:lnSpc>
                          <a:spcPct val="100000"/>
                        </a:lnSpc>
                        <a:spcBef>
                          <a:spcPts val="1070"/>
                        </a:spcBef>
                      </a:pPr>
                      <a:r>
                        <a:rPr sz="1200" dirty="0">
                          <a:latin typeface="Calibri"/>
                          <a:cs typeface="Calibri"/>
                        </a:rPr>
                        <a:t>F9</a:t>
                      </a:r>
                      <a:r>
                        <a:rPr sz="1200" spc="-35" dirty="0">
                          <a:latin typeface="Calibri"/>
                          <a:cs typeface="Calibri"/>
                        </a:rPr>
                        <a:t> </a:t>
                      </a:r>
                      <a:r>
                        <a:rPr sz="1200" spc="-5" dirty="0">
                          <a:latin typeface="Calibri"/>
                          <a:cs typeface="Calibri"/>
                        </a:rPr>
                        <a:t>v1.0</a:t>
                      </a:r>
                      <a:r>
                        <a:rPr sz="1200" spc="-15" dirty="0">
                          <a:latin typeface="Calibri"/>
                          <a:cs typeface="Calibri"/>
                        </a:rPr>
                        <a:t> </a:t>
                      </a:r>
                      <a:r>
                        <a:rPr sz="1200" spc="-5" dirty="0">
                          <a:latin typeface="Calibri"/>
                          <a:cs typeface="Calibri"/>
                        </a:rPr>
                        <a:t>B0004</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200">
                        <a:latin typeface="Times New Roman"/>
                        <a:cs typeface="Times New Roman"/>
                      </a:endParaRPr>
                    </a:p>
                    <a:p>
                      <a:pPr marL="92075">
                        <a:lnSpc>
                          <a:spcPct val="100000"/>
                        </a:lnSpc>
                        <a:spcBef>
                          <a:spcPts val="1070"/>
                        </a:spcBef>
                      </a:pPr>
                      <a:r>
                        <a:rPr sz="1200" b="1" spc="-5" dirty="0">
                          <a:latin typeface="Calibri"/>
                          <a:cs typeface="Calibri"/>
                        </a:rPr>
                        <a:t>CCA</a:t>
                      </a:r>
                      <a:r>
                        <a:rPr sz="1200" spc="-5" dirty="0">
                          <a:latin typeface="Calibri"/>
                          <a:cs typeface="Calibri"/>
                        </a:rPr>
                        <a:t>FS</a:t>
                      </a:r>
                      <a:r>
                        <a:rPr sz="1200" spc="-45" dirty="0">
                          <a:latin typeface="Calibri"/>
                          <a:cs typeface="Calibri"/>
                        </a:rPr>
                        <a:t> </a:t>
                      </a:r>
                      <a:r>
                        <a:rPr sz="1200" spc="-10" dirty="0">
                          <a:latin typeface="Calibri"/>
                          <a:cs typeface="Calibri"/>
                        </a:rPr>
                        <a:t>LC-40</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marR="95250">
                        <a:lnSpc>
                          <a:spcPct val="100000"/>
                        </a:lnSpc>
                        <a:spcBef>
                          <a:spcPts val="290"/>
                        </a:spcBef>
                      </a:pPr>
                      <a:r>
                        <a:rPr sz="1200" spc="-5" dirty="0">
                          <a:latin typeface="Calibri"/>
                          <a:cs typeface="Calibri"/>
                        </a:rPr>
                        <a:t>D</a:t>
                      </a:r>
                      <a:r>
                        <a:rPr sz="1200" spc="-20" dirty="0">
                          <a:latin typeface="Calibri"/>
                          <a:cs typeface="Calibri"/>
                        </a:rPr>
                        <a:t>r</a:t>
                      </a:r>
                      <a:r>
                        <a:rPr sz="1200" dirty="0">
                          <a:latin typeface="Calibri"/>
                          <a:cs typeface="Calibri"/>
                        </a:rPr>
                        <a:t>a</a:t>
                      </a:r>
                      <a:r>
                        <a:rPr sz="1200" spc="-5" dirty="0">
                          <a:latin typeface="Calibri"/>
                          <a:cs typeface="Calibri"/>
                        </a:rPr>
                        <a:t>g</a:t>
                      </a:r>
                      <a:r>
                        <a:rPr sz="1200" spc="5" dirty="0">
                          <a:latin typeface="Calibri"/>
                          <a:cs typeface="Calibri"/>
                        </a:rPr>
                        <a:t>o</a:t>
                      </a:r>
                      <a:r>
                        <a:rPr sz="1200" dirty="0">
                          <a:latin typeface="Calibri"/>
                          <a:cs typeface="Calibri"/>
                        </a:rPr>
                        <a:t>n</a:t>
                      </a:r>
                      <a:r>
                        <a:rPr sz="1200" spc="-25" dirty="0">
                          <a:latin typeface="Calibri"/>
                          <a:cs typeface="Calibri"/>
                        </a:rPr>
                        <a:t> </a:t>
                      </a:r>
                      <a:r>
                        <a:rPr sz="1200" spc="5" dirty="0">
                          <a:latin typeface="Calibri"/>
                          <a:cs typeface="Calibri"/>
                        </a:rPr>
                        <a:t>d</a:t>
                      </a:r>
                      <a:r>
                        <a:rPr sz="1200" dirty="0">
                          <a:latin typeface="Calibri"/>
                          <a:cs typeface="Calibri"/>
                        </a:rPr>
                        <a:t>emo</a:t>
                      </a:r>
                      <a:r>
                        <a:rPr sz="1200" spc="-5" dirty="0">
                          <a:latin typeface="Calibri"/>
                          <a:cs typeface="Calibri"/>
                        </a:rPr>
                        <a:t> </a:t>
                      </a:r>
                      <a:r>
                        <a:rPr sz="1200" spc="-10" dirty="0">
                          <a:latin typeface="Calibri"/>
                          <a:cs typeface="Calibri"/>
                        </a:rPr>
                        <a:t>f</a:t>
                      </a:r>
                      <a:r>
                        <a:rPr sz="1200" dirty="0">
                          <a:latin typeface="Calibri"/>
                          <a:cs typeface="Calibri"/>
                        </a:rPr>
                        <a:t>li</a:t>
                      </a:r>
                      <a:r>
                        <a:rPr sz="1200" spc="-5" dirty="0">
                          <a:latin typeface="Calibri"/>
                          <a:cs typeface="Calibri"/>
                        </a:rPr>
                        <a:t>g</a:t>
                      </a:r>
                      <a:r>
                        <a:rPr sz="1200" spc="-15" dirty="0">
                          <a:latin typeface="Calibri"/>
                          <a:cs typeface="Calibri"/>
                        </a:rPr>
                        <a:t>h</a:t>
                      </a:r>
                      <a:r>
                        <a:rPr sz="1200" dirty="0">
                          <a:latin typeface="Calibri"/>
                          <a:cs typeface="Calibri"/>
                        </a:rPr>
                        <a:t>t  </a:t>
                      </a:r>
                      <a:r>
                        <a:rPr sz="1200" spc="-10" dirty="0">
                          <a:latin typeface="Calibri"/>
                          <a:cs typeface="Calibri"/>
                        </a:rPr>
                        <a:t>C1, two</a:t>
                      </a:r>
                      <a:r>
                        <a:rPr sz="1200" dirty="0">
                          <a:latin typeface="Calibri"/>
                          <a:cs typeface="Calibri"/>
                        </a:rPr>
                        <a:t> </a:t>
                      </a:r>
                      <a:r>
                        <a:rPr sz="1200" spc="-5" dirty="0">
                          <a:latin typeface="Calibri"/>
                          <a:cs typeface="Calibri"/>
                        </a:rPr>
                        <a:t>CubeSats, </a:t>
                      </a:r>
                      <a:r>
                        <a:rPr sz="1200" dirty="0">
                          <a:latin typeface="Calibri"/>
                          <a:cs typeface="Calibri"/>
                        </a:rPr>
                        <a:t> </a:t>
                      </a:r>
                      <a:r>
                        <a:rPr sz="1200" spc="-5" dirty="0">
                          <a:latin typeface="Calibri"/>
                          <a:cs typeface="Calibri"/>
                        </a:rPr>
                        <a:t>barrel </a:t>
                      </a:r>
                      <a:r>
                        <a:rPr sz="1200" dirty="0">
                          <a:latin typeface="Calibri"/>
                          <a:cs typeface="Calibri"/>
                        </a:rPr>
                        <a:t>of </a:t>
                      </a:r>
                      <a:r>
                        <a:rPr sz="1200" spc="-5" dirty="0">
                          <a:latin typeface="Calibri"/>
                          <a:cs typeface="Calibri"/>
                        </a:rPr>
                        <a:t>Brouere </a:t>
                      </a:r>
                      <a:r>
                        <a:rPr sz="1200" dirty="0">
                          <a:latin typeface="Calibri"/>
                          <a:cs typeface="Calibri"/>
                        </a:rPr>
                        <a:t> </a:t>
                      </a:r>
                      <a:r>
                        <a:rPr sz="1200" spc="-5" dirty="0">
                          <a:latin typeface="Calibri"/>
                          <a:cs typeface="Calibri"/>
                        </a:rPr>
                        <a:t>cheese</a:t>
                      </a:r>
                      <a:endParaRPr sz="1200">
                        <a:latin typeface="Calibri"/>
                        <a:cs typeface="Calibri"/>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200">
                        <a:latin typeface="Times New Roman"/>
                        <a:cs typeface="Times New Roman"/>
                      </a:endParaRPr>
                    </a:p>
                    <a:p>
                      <a:pPr marL="92710">
                        <a:lnSpc>
                          <a:spcPct val="100000"/>
                        </a:lnSpc>
                        <a:spcBef>
                          <a:spcPts val="1070"/>
                        </a:spcBef>
                      </a:pPr>
                      <a:r>
                        <a:rPr sz="1200" dirty="0">
                          <a:latin typeface="Calibri"/>
                          <a:cs typeface="Calibri"/>
                        </a:rPr>
                        <a:t>0</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200">
                        <a:latin typeface="Times New Roman"/>
                        <a:cs typeface="Times New Roman"/>
                      </a:endParaRPr>
                    </a:p>
                    <a:p>
                      <a:pPr marL="92710">
                        <a:lnSpc>
                          <a:spcPct val="100000"/>
                        </a:lnSpc>
                        <a:spcBef>
                          <a:spcPts val="1070"/>
                        </a:spcBef>
                      </a:pPr>
                      <a:r>
                        <a:rPr sz="1200" spc="-15" dirty="0">
                          <a:latin typeface="Calibri"/>
                          <a:cs typeface="Calibri"/>
                        </a:rPr>
                        <a:t>LEO</a:t>
                      </a:r>
                      <a:r>
                        <a:rPr sz="1200" spc="-20" dirty="0">
                          <a:latin typeface="Calibri"/>
                          <a:cs typeface="Calibri"/>
                        </a:rPr>
                        <a:t> </a:t>
                      </a:r>
                      <a:r>
                        <a:rPr sz="1200" spc="-5" dirty="0">
                          <a:latin typeface="Calibri"/>
                          <a:cs typeface="Calibri"/>
                        </a:rPr>
                        <a:t>(ISS)</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spcBef>
                          <a:spcPts val="5"/>
                        </a:spcBef>
                      </a:pPr>
                      <a:endParaRPr sz="1500">
                        <a:latin typeface="Times New Roman"/>
                        <a:cs typeface="Times New Roman"/>
                      </a:endParaRPr>
                    </a:p>
                    <a:p>
                      <a:pPr marL="92710">
                        <a:lnSpc>
                          <a:spcPct val="100000"/>
                        </a:lnSpc>
                      </a:pPr>
                      <a:r>
                        <a:rPr sz="1200" spc="5" dirty="0">
                          <a:latin typeface="Calibri"/>
                          <a:cs typeface="Calibri"/>
                        </a:rPr>
                        <a:t>NASA</a:t>
                      </a:r>
                      <a:r>
                        <a:rPr sz="1200" spc="-50" dirty="0">
                          <a:latin typeface="Calibri"/>
                          <a:cs typeface="Calibri"/>
                        </a:rPr>
                        <a:t> </a:t>
                      </a:r>
                      <a:r>
                        <a:rPr sz="1200" spc="-10" dirty="0">
                          <a:latin typeface="Calibri"/>
                          <a:cs typeface="Calibri"/>
                        </a:rPr>
                        <a:t>(COTS)</a:t>
                      </a:r>
                      <a:endParaRPr sz="1200">
                        <a:latin typeface="Calibri"/>
                        <a:cs typeface="Calibri"/>
                      </a:endParaRPr>
                    </a:p>
                    <a:p>
                      <a:pPr marL="92710">
                        <a:lnSpc>
                          <a:spcPct val="100000"/>
                        </a:lnSpc>
                      </a:pPr>
                      <a:r>
                        <a:rPr sz="1200" spc="-5" dirty="0">
                          <a:latin typeface="Calibri"/>
                          <a:cs typeface="Calibri"/>
                        </a:rPr>
                        <a:t>NRO</a:t>
                      </a:r>
                      <a:endParaRPr sz="1200">
                        <a:latin typeface="Calibri"/>
                        <a:cs typeface="Calibri"/>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200">
                        <a:latin typeface="Times New Roman"/>
                        <a:cs typeface="Times New Roman"/>
                      </a:endParaRPr>
                    </a:p>
                    <a:p>
                      <a:pPr marL="93345">
                        <a:lnSpc>
                          <a:spcPct val="100000"/>
                        </a:lnSpc>
                        <a:spcBef>
                          <a:spcPts val="1070"/>
                        </a:spcBef>
                      </a:pPr>
                      <a:r>
                        <a:rPr sz="1200" spc="-5" dirty="0">
                          <a:latin typeface="Calibri"/>
                          <a:cs typeface="Calibri"/>
                        </a:rPr>
                        <a:t>Success</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spcBef>
                          <a:spcPts val="5"/>
                        </a:spcBef>
                      </a:pPr>
                      <a:endParaRPr sz="1500">
                        <a:latin typeface="Times New Roman"/>
                        <a:cs typeface="Times New Roman"/>
                      </a:endParaRPr>
                    </a:p>
                    <a:p>
                      <a:pPr marL="93345">
                        <a:lnSpc>
                          <a:spcPct val="100000"/>
                        </a:lnSpc>
                      </a:pPr>
                      <a:r>
                        <a:rPr sz="1200" spc="-10" dirty="0">
                          <a:latin typeface="Calibri"/>
                          <a:cs typeface="Calibri"/>
                        </a:rPr>
                        <a:t>Failure</a:t>
                      </a:r>
                      <a:endParaRPr sz="1200">
                        <a:latin typeface="Calibri"/>
                        <a:cs typeface="Calibri"/>
                      </a:endParaRPr>
                    </a:p>
                    <a:p>
                      <a:pPr marL="93345">
                        <a:lnSpc>
                          <a:spcPct val="100000"/>
                        </a:lnSpc>
                      </a:pPr>
                      <a:r>
                        <a:rPr sz="1200" spc="-5" dirty="0">
                          <a:latin typeface="Calibri"/>
                          <a:cs typeface="Calibri"/>
                        </a:rPr>
                        <a:t>(parachute)</a:t>
                      </a:r>
                      <a:endParaRPr sz="1200">
                        <a:latin typeface="Calibri"/>
                        <a:cs typeface="Calibri"/>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457200">
                <a:tc>
                  <a:txBody>
                    <a:bodyPr/>
                    <a:lstStyle/>
                    <a:p>
                      <a:pPr marL="91440">
                        <a:lnSpc>
                          <a:spcPct val="100000"/>
                        </a:lnSpc>
                        <a:spcBef>
                          <a:spcPts val="1010"/>
                        </a:spcBef>
                      </a:pPr>
                      <a:r>
                        <a:rPr sz="1200" spc="-10" dirty="0">
                          <a:latin typeface="Calibri"/>
                          <a:cs typeface="Calibri"/>
                        </a:rPr>
                        <a:t>2012-05-22</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1010"/>
                        </a:spcBef>
                      </a:pPr>
                      <a:r>
                        <a:rPr sz="1200" spc="-10" dirty="0">
                          <a:latin typeface="Calibri"/>
                          <a:cs typeface="Calibri"/>
                        </a:rPr>
                        <a:t>07:44:00</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R="1905" algn="ctr">
                        <a:lnSpc>
                          <a:spcPct val="100000"/>
                        </a:lnSpc>
                        <a:spcBef>
                          <a:spcPts val="1010"/>
                        </a:spcBef>
                      </a:pPr>
                      <a:r>
                        <a:rPr sz="1200" dirty="0">
                          <a:latin typeface="Calibri"/>
                          <a:cs typeface="Calibri"/>
                        </a:rPr>
                        <a:t>F9</a:t>
                      </a:r>
                      <a:r>
                        <a:rPr sz="1200" spc="-35" dirty="0">
                          <a:latin typeface="Calibri"/>
                          <a:cs typeface="Calibri"/>
                        </a:rPr>
                        <a:t> </a:t>
                      </a:r>
                      <a:r>
                        <a:rPr sz="1200" spc="-5" dirty="0">
                          <a:latin typeface="Calibri"/>
                          <a:cs typeface="Calibri"/>
                        </a:rPr>
                        <a:t>v1.0</a:t>
                      </a:r>
                      <a:r>
                        <a:rPr sz="1200" spc="-15" dirty="0">
                          <a:latin typeface="Calibri"/>
                          <a:cs typeface="Calibri"/>
                        </a:rPr>
                        <a:t> </a:t>
                      </a:r>
                      <a:r>
                        <a:rPr sz="1200" spc="-5" dirty="0">
                          <a:latin typeface="Calibri"/>
                          <a:cs typeface="Calibri"/>
                        </a:rPr>
                        <a:t>B0005</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1010"/>
                        </a:spcBef>
                      </a:pPr>
                      <a:r>
                        <a:rPr sz="1200" b="1" spc="-5" dirty="0">
                          <a:latin typeface="Calibri"/>
                          <a:cs typeface="Calibri"/>
                        </a:rPr>
                        <a:t>CCA</a:t>
                      </a:r>
                      <a:r>
                        <a:rPr sz="1200" spc="-5" dirty="0">
                          <a:latin typeface="Calibri"/>
                          <a:cs typeface="Calibri"/>
                        </a:rPr>
                        <a:t>FS</a:t>
                      </a:r>
                      <a:r>
                        <a:rPr sz="1200" spc="-45" dirty="0">
                          <a:latin typeface="Calibri"/>
                          <a:cs typeface="Calibri"/>
                        </a:rPr>
                        <a:t> </a:t>
                      </a:r>
                      <a:r>
                        <a:rPr sz="1200" spc="-10" dirty="0">
                          <a:latin typeface="Calibri"/>
                          <a:cs typeface="Calibri"/>
                        </a:rPr>
                        <a:t>LC-40</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90"/>
                        </a:spcBef>
                      </a:pPr>
                      <a:r>
                        <a:rPr sz="1200" spc="-5" dirty="0">
                          <a:latin typeface="Calibri"/>
                          <a:cs typeface="Calibri"/>
                        </a:rPr>
                        <a:t>Dragon</a:t>
                      </a:r>
                      <a:r>
                        <a:rPr sz="1200" spc="-50" dirty="0">
                          <a:latin typeface="Calibri"/>
                          <a:cs typeface="Calibri"/>
                        </a:rPr>
                        <a:t> </a:t>
                      </a:r>
                      <a:r>
                        <a:rPr sz="1200" dirty="0">
                          <a:latin typeface="Calibri"/>
                          <a:cs typeface="Calibri"/>
                        </a:rPr>
                        <a:t>demo</a:t>
                      </a:r>
                      <a:r>
                        <a:rPr sz="1200" spc="-35" dirty="0">
                          <a:latin typeface="Calibri"/>
                          <a:cs typeface="Calibri"/>
                        </a:rPr>
                        <a:t> </a:t>
                      </a:r>
                      <a:r>
                        <a:rPr sz="1200" spc="-5" dirty="0">
                          <a:latin typeface="Calibri"/>
                          <a:cs typeface="Calibri"/>
                        </a:rPr>
                        <a:t>flight</a:t>
                      </a:r>
                      <a:endParaRPr sz="1200">
                        <a:latin typeface="Calibri"/>
                        <a:cs typeface="Calibri"/>
                      </a:endParaRPr>
                    </a:p>
                    <a:p>
                      <a:pPr marL="92075">
                        <a:lnSpc>
                          <a:spcPct val="100000"/>
                        </a:lnSpc>
                      </a:pPr>
                      <a:r>
                        <a:rPr sz="1200" spc="-5" dirty="0">
                          <a:latin typeface="Calibri"/>
                          <a:cs typeface="Calibri"/>
                        </a:rPr>
                        <a:t>C2</a:t>
                      </a:r>
                      <a:endParaRPr sz="1200">
                        <a:latin typeface="Calibri"/>
                        <a:cs typeface="Calibri"/>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1010"/>
                        </a:spcBef>
                      </a:pPr>
                      <a:r>
                        <a:rPr sz="1200" spc="-10" dirty="0">
                          <a:latin typeface="Calibri"/>
                          <a:cs typeface="Calibri"/>
                        </a:rPr>
                        <a:t>525</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1010"/>
                        </a:spcBef>
                      </a:pPr>
                      <a:r>
                        <a:rPr sz="1200" spc="-15" dirty="0">
                          <a:latin typeface="Calibri"/>
                          <a:cs typeface="Calibri"/>
                        </a:rPr>
                        <a:t>LEO</a:t>
                      </a:r>
                      <a:r>
                        <a:rPr sz="1200" spc="-20" dirty="0">
                          <a:latin typeface="Calibri"/>
                          <a:cs typeface="Calibri"/>
                        </a:rPr>
                        <a:t> </a:t>
                      </a:r>
                      <a:r>
                        <a:rPr sz="1200" spc="-5" dirty="0">
                          <a:latin typeface="Calibri"/>
                          <a:cs typeface="Calibri"/>
                        </a:rPr>
                        <a:t>(ISS)</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1010"/>
                        </a:spcBef>
                      </a:pPr>
                      <a:r>
                        <a:rPr sz="1200" spc="5" dirty="0">
                          <a:latin typeface="Calibri"/>
                          <a:cs typeface="Calibri"/>
                        </a:rPr>
                        <a:t>NASA</a:t>
                      </a:r>
                      <a:r>
                        <a:rPr sz="1200" spc="-35" dirty="0">
                          <a:latin typeface="Calibri"/>
                          <a:cs typeface="Calibri"/>
                        </a:rPr>
                        <a:t> </a:t>
                      </a:r>
                      <a:r>
                        <a:rPr sz="1200" spc="-15" dirty="0">
                          <a:latin typeface="Calibri"/>
                          <a:cs typeface="Calibri"/>
                        </a:rPr>
                        <a:t>(COTS)</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3345">
                        <a:lnSpc>
                          <a:spcPct val="100000"/>
                        </a:lnSpc>
                        <a:spcBef>
                          <a:spcPts val="1010"/>
                        </a:spcBef>
                      </a:pPr>
                      <a:r>
                        <a:rPr sz="1200" spc="-5" dirty="0">
                          <a:latin typeface="Calibri"/>
                          <a:cs typeface="Calibri"/>
                        </a:rPr>
                        <a:t>Success</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3345">
                        <a:lnSpc>
                          <a:spcPct val="100000"/>
                        </a:lnSpc>
                        <a:spcBef>
                          <a:spcPts val="1010"/>
                        </a:spcBef>
                      </a:pPr>
                      <a:r>
                        <a:rPr sz="1200" dirty="0">
                          <a:latin typeface="Calibri"/>
                          <a:cs typeface="Calibri"/>
                        </a:rPr>
                        <a:t>No</a:t>
                      </a:r>
                      <a:r>
                        <a:rPr sz="1200" spc="-45" dirty="0">
                          <a:latin typeface="Calibri"/>
                          <a:cs typeface="Calibri"/>
                        </a:rPr>
                        <a:t> </a:t>
                      </a:r>
                      <a:r>
                        <a:rPr sz="1200" spc="-10" dirty="0">
                          <a:latin typeface="Calibri"/>
                          <a:cs typeface="Calibri"/>
                        </a:rPr>
                        <a:t>attempt</a:t>
                      </a:r>
                      <a:endParaRPr sz="1200">
                        <a:latin typeface="Calibri"/>
                        <a:cs typeface="Calibri"/>
                      </a:endParaRPr>
                    </a:p>
                  </a:txBody>
                  <a:tcPr marL="0" marR="0" marT="128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1440">
                        <a:lnSpc>
                          <a:spcPct val="100000"/>
                        </a:lnSpc>
                        <a:spcBef>
                          <a:spcPts val="675"/>
                        </a:spcBef>
                      </a:pPr>
                      <a:r>
                        <a:rPr sz="1200" spc="-10" dirty="0">
                          <a:latin typeface="Calibri"/>
                          <a:cs typeface="Calibri"/>
                        </a:rPr>
                        <a:t>2012-10-08</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675"/>
                        </a:spcBef>
                      </a:pPr>
                      <a:r>
                        <a:rPr sz="1200" spc="-10" dirty="0">
                          <a:latin typeface="Calibri"/>
                          <a:cs typeface="Calibri"/>
                        </a:rPr>
                        <a:t>00:35:00</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1905" algn="ctr">
                        <a:lnSpc>
                          <a:spcPct val="100000"/>
                        </a:lnSpc>
                        <a:spcBef>
                          <a:spcPts val="675"/>
                        </a:spcBef>
                      </a:pPr>
                      <a:r>
                        <a:rPr sz="1200" dirty="0">
                          <a:latin typeface="Calibri"/>
                          <a:cs typeface="Calibri"/>
                        </a:rPr>
                        <a:t>F9</a:t>
                      </a:r>
                      <a:r>
                        <a:rPr sz="1200" spc="-35" dirty="0">
                          <a:latin typeface="Calibri"/>
                          <a:cs typeface="Calibri"/>
                        </a:rPr>
                        <a:t> </a:t>
                      </a:r>
                      <a:r>
                        <a:rPr sz="1200" spc="-5" dirty="0">
                          <a:latin typeface="Calibri"/>
                          <a:cs typeface="Calibri"/>
                        </a:rPr>
                        <a:t>v1.0</a:t>
                      </a:r>
                      <a:r>
                        <a:rPr sz="1200" spc="-15" dirty="0">
                          <a:latin typeface="Calibri"/>
                          <a:cs typeface="Calibri"/>
                        </a:rPr>
                        <a:t> </a:t>
                      </a:r>
                      <a:r>
                        <a:rPr sz="1200" spc="-5" dirty="0">
                          <a:latin typeface="Calibri"/>
                          <a:cs typeface="Calibri"/>
                        </a:rPr>
                        <a:t>B0006</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675"/>
                        </a:spcBef>
                      </a:pPr>
                      <a:r>
                        <a:rPr sz="1200" b="1" spc="-5" dirty="0">
                          <a:latin typeface="Calibri"/>
                          <a:cs typeface="Calibri"/>
                        </a:rPr>
                        <a:t>CCA</a:t>
                      </a:r>
                      <a:r>
                        <a:rPr sz="1200" spc="-5" dirty="0">
                          <a:latin typeface="Calibri"/>
                          <a:cs typeface="Calibri"/>
                        </a:rPr>
                        <a:t>FS</a:t>
                      </a:r>
                      <a:r>
                        <a:rPr sz="1200" spc="-45" dirty="0">
                          <a:latin typeface="Calibri"/>
                          <a:cs typeface="Calibri"/>
                        </a:rPr>
                        <a:t> </a:t>
                      </a:r>
                      <a:r>
                        <a:rPr sz="1200" spc="-10" dirty="0">
                          <a:latin typeface="Calibri"/>
                          <a:cs typeface="Calibri"/>
                        </a:rPr>
                        <a:t>LC-40</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675"/>
                        </a:spcBef>
                      </a:pPr>
                      <a:r>
                        <a:rPr sz="1200" dirty="0">
                          <a:latin typeface="Calibri"/>
                          <a:cs typeface="Calibri"/>
                        </a:rPr>
                        <a:t>SpaceX</a:t>
                      </a:r>
                      <a:r>
                        <a:rPr sz="1200" spc="-55" dirty="0">
                          <a:latin typeface="Calibri"/>
                          <a:cs typeface="Calibri"/>
                        </a:rPr>
                        <a:t> </a:t>
                      </a:r>
                      <a:r>
                        <a:rPr sz="1200" spc="-5" dirty="0">
                          <a:latin typeface="Calibri"/>
                          <a:cs typeface="Calibri"/>
                        </a:rPr>
                        <a:t>CRS-1</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710">
                        <a:lnSpc>
                          <a:spcPct val="100000"/>
                        </a:lnSpc>
                        <a:spcBef>
                          <a:spcPts val="675"/>
                        </a:spcBef>
                      </a:pPr>
                      <a:r>
                        <a:rPr sz="1200" spc="-10" dirty="0">
                          <a:latin typeface="Calibri"/>
                          <a:cs typeface="Calibri"/>
                        </a:rPr>
                        <a:t>500</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710">
                        <a:lnSpc>
                          <a:spcPct val="100000"/>
                        </a:lnSpc>
                        <a:spcBef>
                          <a:spcPts val="675"/>
                        </a:spcBef>
                      </a:pPr>
                      <a:r>
                        <a:rPr sz="1200" spc="-15" dirty="0">
                          <a:latin typeface="Calibri"/>
                          <a:cs typeface="Calibri"/>
                        </a:rPr>
                        <a:t>LEO</a:t>
                      </a:r>
                      <a:r>
                        <a:rPr sz="1200" spc="-20" dirty="0">
                          <a:latin typeface="Calibri"/>
                          <a:cs typeface="Calibri"/>
                        </a:rPr>
                        <a:t> </a:t>
                      </a:r>
                      <a:r>
                        <a:rPr sz="1200" spc="-5" dirty="0">
                          <a:latin typeface="Calibri"/>
                          <a:cs typeface="Calibri"/>
                        </a:rPr>
                        <a:t>(ISS)</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710">
                        <a:lnSpc>
                          <a:spcPct val="100000"/>
                        </a:lnSpc>
                        <a:spcBef>
                          <a:spcPts val="675"/>
                        </a:spcBef>
                      </a:pPr>
                      <a:r>
                        <a:rPr sz="1200" spc="5" dirty="0">
                          <a:latin typeface="Calibri"/>
                          <a:cs typeface="Calibri"/>
                        </a:rPr>
                        <a:t>NASA</a:t>
                      </a:r>
                      <a:r>
                        <a:rPr sz="1200" spc="-40" dirty="0">
                          <a:latin typeface="Calibri"/>
                          <a:cs typeface="Calibri"/>
                        </a:rPr>
                        <a:t> </a:t>
                      </a:r>
                      <a:r>
                        <a:rPr sz="1200" spc="-5" dirty="0">
                          <a:latin typeface="Calibri"/>
                          <a:cs typeface="Calibri"/>
                        </a:rPr>
                        <a:t>(CRS)</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3345">
                        <a:lnSpc>
                          <a:spcPct val="100000"/>
                        </a:lnSpc>
                        <a:spcBef>
                          <a:spcPts val="675"/>
                        </a:spcBef>
                      </a:pPr>
                      <a:r>
                        <a:rPr sz="1200" spc="-5" dirty="0">
                          <a:latin typeface="Calibri"/>
                          <a:cs typeface="Calibri"/>
                        </a:rPr>
                        <a:t>Success</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3345">
                        <a:lnSpc>
                          <a:spcPct val="100000"/>
                        </a:lnSpc>
                        <a:spcBef>
                          <a:spcPts val="675"/>
                        </a:spcBef>
                      </a:pPr>
                      <a:r>
                        <a:rPr sz="1200" dirty="0">
                          <a:latin typeface="Calibri"/>
                          <a:cs typeface="Calibri"/>
                        </a:rPr>
                        <a:t>No</a:t>
                      </a:r>
                      <a:r>
                        <a:rPr sz="1200" spc="-45" dirty="0">
                          <a:latin typeface="Calibri"/>
                          <a:cs typeface="Calibri"/>
                        </a:rPr>
                        <a:t> </a:t>
                      </a:r>
                      <a:r>
                        <a:rPr sz="1200" spc="-10" dirty="0">
                          <a:latin typeface="Calibri"/>
                          <a:cs typeface="Calibri"/>
                        </a:rPr>
                        <a:t>attempt</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39">
                <a:tc>
                  <a:txBody>
                    <a:bodyPr/>
                    <a:lstStyle/>
                    <a:p>
                      <a:pPr marL="91440">
                        <a:lnSpc>
                          <a:spcPct val="100000"/>
                        </a:lnSpc>
                        <a:spcBef>
                          <a:spcPts val="675"/>
                        </a:spcBef>
                      </a:pPr>
                      <a:r>
                        <a:rPr sz="1200" spc="-10" dirty="0">
                          <a:latin typeface="Calibri"/>
                          <a:cs typeface="Calibri"/>
                        </a:rPr>
                        <a:t>2013-03-01</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675"/>
                        </a:spcBef>
                      </a:pPr>
                      <a:r>
                        <a:rPr sz="1200" spc="-10" dirty="0">
                          <a:latin typeface="Calibri"/>
                          <a:cs typeface="Calibri"/>
                        </a:rPr>
                        <a:t>15:10:00</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R="1905" algn="ctr">
                        <a:lnSpc>
                          <a:spcPct val="100000"/>
                        </a:lnSpc>
                        <a:spcBef>
                          <a:spcPts val="675"/>
                        </a:spcBef>
                      </a:pPr>
                      <a:r>
                        <a:rPr sz="1200" dirty="0">
                          <a:latin typeface="Calibri"/>
                          <a:cs typeface="Calibri"/>
                        </a:rPr>
                        <a:t>F9</a:t>
                      </a:r>
                      <a:r>
                        <a:rPr sz="1200" spc="-35" dirty="0">
                          <a:latin typeface="Calibri"/>
                          <a:cs typeface="Calibri"/>
                        </a:rPr>
                        <a:t> </a:t>
                      </a:r>
                      <a:r>
                        <a:rPr sz="1200" spc="-5" dirty="0">
                          <a:latin typeface="Calibri"/>
                          <a:cs typeface="Calibri"/>
                        </a:rPr>
                        <a:t>v1.0</a:t>
                      </a:r>
                      <a:r>
                        <a:rPr sz="1200" spc="-15" dirty="0">
                          <a:latin typeface="Calibri"/>
                          <a:cs typeface="Calibri"/>
                        </a:rPr>
                        <a:t> </a:t>
                      </a:r>
                      <a:r>
                        <a:rPr sz="1200" spc="-5" dirty="0">
                          <a:latin typeface="Calibri"/>
                          <a:cs typeface="Calibri"/>
                        </a:rPr>
                        <a:t>B0007</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675"/>
                        </a:spcBef>
                      </a:pPr>
                      <a:r>
                        <a:rPr sz="1200" b="1" spc="-5" dirty="0">
                          <a:latin typeface="Calibri"/>
                          <a:cs typeface="Calibri"/>
                        </a:rPr>
                        <a:t>CCA</a:t>
                      </a:r>
                      <a:r>
                        <a:rPr sz="1200" spc="-5" dirty="0">
                          <a:latin typeface="Calibri"/>
                          <a:cs typeface="Calibri"/>
                        </a:rPr>
                        <a:t>FS</a:t>
                      </a:r>
                      <a:r>
                        <a:rPr sz="1200" spc="-45" dirty="0">
                          <a:latin typeface="Calibri"/>
                          <a:cs typeface="Calibri"/>
                        </a:rPr>
                        <a:t> </a:t>
                      </a:r>
                      <a:r>
                        <a:rPr sz="1200" spc="-10" dirty="0">
                          <a:latin typeface="Calibri"/>
                          <a:cs typeface="Calibri"/>
                        </a:rPr>
                        <a:t>LC-40</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675"/>
                        </a:spcBef>
                      </a:pPr>
                      <a:r>
                        <a:rPr sz="1200" dirty="0">
                          <a:latin typeface="Calibri"/>
                          <a:cs typeface="Calibri"/>
                        </a:rPr>
                        <a:t>SpaceX</a:t>
                      </a:r>
                      <a:r>
                        <a:rPr sz="1200" spc="-55" dirty="0">
                          <a:latin typeface="Calibri"/>
                          <a:cs typeface="Calibri"/>
                        </a:rPr>
                        <a:t> </a:t>
                      </a:r>
                      <a:r>
                        <a:rPr sz="1200" spc="-5" dirty="0">
                          <a:latin typeface="Calibri"/>
                          <a:cs typeface="Calibri"/>
                        </a:rPr>
                        <a:t>CRS-2</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675"/>
                        </a:spcBef>
                      </a:pPr>
                      <a:r>
                        <a:rPr sz="1200" spc="-10" dirty="0">
                          <a:latin typeface="Calibri"/>
                          <a:cs typeface="Calibri"/>
                        </a:rPr>
                        <a:t>677</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675"/>
                        </a:spcBef>
                      </a:pPr>
                      <a:r>
                        <a:rPr sz="1200" spc="-15" dirty="0">
                          <a:latin typeface="Calibri"/>
                          <a:cs typeface="Calibri"/>
                        </a:rPr>
                        <a:t>LEO</a:t>
                      </a:r>
                      <a:r>
                        <a:rPr sz="1200" spc="-20" dirty="0">
                          <a:latin typeface="Calibri"/>
                          <a:cs typeface="Calibri"/>
                        </a:rPr>
                        <a:t> </a:t>
                      </a:r>
                      <a:r>
                        <a:rPr sz="1200" spc="-5" dirty="0">
                          <a:latin typeface="Calibri"/>
                          <a:cs typeface="Calibri"/>
                        </a:rPr>
                        <a:t>(ISS)</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710">
                        <a:lnSpc>
                          <a:spcPct val="100000"/>
                        </a:lnSpc>
                        <a:spcBef>
                          <a:spcPts val="675"/>
                        </a:spcBef>
                      </a:pPr>
                      <a:r>
                        <a:rPr sz="1200" spc="5" dirty="0">
                          <a:latin typeface="Calibri"/>
                          <a:cs typeface="Calibri"/>
                        </a:rPr>
                        <a:t>NASA</a:t>
                      </a:r>
                      <a:r>
                        <a:rPr sz="1200" spc="-40" dirty="0">
                          <a:latin typeface="Calibri"/>
                          <a:cs typeface="Calibri"/>
                        </a:rPr>
                        <a:t> </a:t>
                      </a:r>
                      <a:r>
                        <a:rPr sz="1200" spc="-5" dirty="0">
                          <a:latin typeface="Calibri"/>
                          <a:cs typeface="Calibri"/>
                        </a:rPr>
                        <a:t>(CRS)</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3345">
                        <a:lnSpc>
                          <a:spcPct val="100000"/>
                        </a:lnSpc>
                        <a:spcBef>
                          <a:spcPts val="675"/>
                        </a:spcBef>
                      </a:pPr>
                      <a:r>
                        <a:rPr sz="1200" spc="-5" dirty="0">
                          <a:latin typeface="Calibri"/>
                          <a:cs typeface="Calibri"/>
                        </a:rPr>
                        <a:t>Success</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3345">
                        <a:lnSpc>
                          <a:spcPct val="100000"/>
                        </a:lnSpc>
                        <a:spcBef>
                          <a:spcPts val="675"/>
                        </a:spcBef>
                      </a:pPr>
                      <a:r>
                        <a:rPr sz="1200" dirty="0">
                          <a:latin typeface="Calibri"/>
                          <a:cs typeface="Calibri"/>
                        </a:rPr>
                        <a:t>No</a:t>
                      </a:r>
                      <a:r>
                        <a:rPr sz="1200" spc="-35" dirty="0">
                          <a:latin typeface="Calibri"/>
                          <a:cs typeface="Calibri"/>
                        </a:rPr>
                        <a:t> </a:t>
                      </a:r>
                      <a:r>
                        <a:rPr sz="1200" spc="-15" dirty="0">
                          <a:latin typeface="Calibri"/>
                          <a:cs typeface="Calibri"/>
                        </a:rPr>
                        <a:t>attemp</a:t>
                      </a:r>
                      <a:endParaRPr sz="120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94738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sp>
        <p:nvSpPr>
          <p:cNvPr id="2" name="object 2">
            <a:extLst>
              <a:ext uri="{FF2B5EF4-FFF2-40B4-BE49-F238E27FC236}">
                <a16:creationId xmlns:a16="http://schemas.microsoft.com/office/drawing/2014/main" id="{8701705D-2D1A-C1F6-3A74-51DE37D6CD0F}"/>
              </a:ext>
            </a:extLst>
          </p:cNvPr>
          <p:cNvSpPr txBox="1"/>
          <p:nvPr/>
        </p:nvSpPr>
        <p:spPr>
          <a:xfrm>
            <a:off x="848994" y="1841880"/>
            <a:ext cx="5712460"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55" dirty="0">
                <a:solidFill>
                  <a:srgbClr val="292929"/>
                </a:solidFill>
                <a:latin typeface="Microsoft Sans Serif"/>
                <a:cs typeface="Microsoft Sans Serif"/>
              </a:rPr>
              <a:t>Total</a:t>
            </a:r>
            <a:r>
              <a:rPr sz="2200" spc="35" dirty="0">
                <a:solidFill>
                  <a:srgbClr val="292929"/>
                </a:solidFill>
                <a:latin typeface="Microsoft Sans Serif"/>
                <a:cs typeface="Microsoft Sans Serif"/>
              </a:rPr>
              <a:t> </a:t>
            </a:r>
            <a:r>
              <a:rPr sz="2200" spc="-50" dirty="0">
                <a:solidFill>
                  <a:srgbClr val="292929"/>
                </a:solidFill>
                <a:latin typeface="Microsoft Sans Serif"/>
                <a:cs typeface="Microsoft Sans Serif"/>
              </a:rPr>
              <a:t>payload</a:t>
            </a:r>
            <a:r>
              <a:rPr sz="2200" spc="70" dirty="0">
                <a:solidFill>
                  <a:srgbClr val="292929"/>
                </a:solidFill>
                <a:latin typeface="Microsoft Sans Serif"/>
                <a:cs typeface="Microsoft Sans Serif"/>
              </a:rPr>
              <a:t> </a:t>
            </a:r>
            <a:r>
              <a:rPr sz="2200" spc="-45" dirty="0">
                <a:solidFill>
                  <a:srgbClr val="292929"/>
                </a:solidFill>
                <a:latin typeface="Microsoft Sans Serif"/>
                <a:cs typeface="Microsoft Sans Serif"/>
              </a:rPr>
              <a:t>carried</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by</a:t>
            </a:r>
            <a:r>
              <a:rPr sz="2200" spc="55" dirty="0">
                <a:solidFill>
                  <a:srgbClr val="292929"/>
                </a:solidFill>
                <a:latin typeface="Microsoft Sans Serif"/>
                <a:cs typeface="Microsoft Sans Serif"/>
              </a:rPr>
              <a:t> </a:t>
            </a:r>
            <a:r>
              <a:rPr sz="2200" spc="-35" dirty="0">
                <a:solidFill>
                  <a:srgbClr val="292929"/>
                </a:solidFill>
                <a:latin typeface="Microsoft Sans Serif"/>
                <a:cs typeface="Microsoft Sans Serif"/>
              </a:rPr>
              <a:t>boosters</a:t>
            </a:r>
            <a:r>
              <a:rPr sz="2200" spc="70" dirty="0">
                <a:solidFill>
                  <a:srgbClr val="292929"/>
                </a:solidFill>
                <a:latin typeface="Microsoft Sans Serif"/>
                <a:cs typeface="Microsoft Sans Serif"/>
              </a:rPr>
              <a:t> </a:t>
            </a:r>
            <a:r>
              <a:rPr sz="2200" spc="-25" dirty="0">
                <a:solidFill>
                  <a:srgbClr val="292929"/>
                </a:solidFill>
                <a:latin typeface="Microsoft Sans Serif"/>
                <a:cs typeface="Microsoft Sans Serif"/>
              </a:rPr>
              <a:t>from</a:t>
            </a:r>
            <a:r>
              <a:rPr sz="2200" spc="50" dirty="0">
                <a:solidFill>
                  <a:srgbClr val="292929"/>
                </a:solidFill>
                <a:latin typeface="Microsoft Sans Serif"/>
                <a:cs typeface="Microsoft Sans Serif"/>
              </a:rPr>
              <a:t> </a:t>
            </a:r>
            <a:r>
              <a:rPr sz="2200" spc="-150" dirty="0">
                <a:solidFill>
                  <a:srgbClr val="292929"/>
                </a:solidFill>
                <a:latin typeface="Microsoft Sans Serif"/>
                <a:cs typeface="Microsoft Sans Serif"/>
              </a:rPr>
              <a:t>NASA:</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FF17C1AC-D12D-CA10-EAD6-8C88CB66AA45}"/>
              </a:ext>
            </a:extLst>
          </p:cNvPr>
          <p:cNvSpPr txBox="1"/>
          <p:nvPr/>
        </p:nvSpPr>
        <p:spPr>
          <a:xfrm>
            <a:off x="848994" y="4408170"/>
            <a:ext cx="8649970" cy="69596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55" dirty="0">
                <a:solidFill>
                  <a:srgbClr val="292929"/>
                </a:solidFill>
                <a:latin typeface="Microsoft Sans Serif"/>
                <a:cs typeface="Microsoft Sans Serif"/>
              </a:rPr>
              <a:t>Total</a:t>
            </a:r>
            <a:r>
              <a:rPr sz="2200" spc="45" dirty="0">
                <a:solidFill>
                  <a:srgbClr val="292929"/>
                </a:solidFill>
                <a:latin typeface="Microsoft Sans Serif"/>
                <a:cs typeface="Microsoft Sans Serif"/>
              </a:rPr>
              <a:t> </a:t>
            </a:r>
            <a:r>
              <a:rPr sz="2200" spc="-50" dirty="0">
                <a:solidFill>
                  <a:srgbClr val="292929"/>
                </a:solidFill>
                <a:latin typeface="Microsoft Sans Serif"/>
                <a:cs typeface="Microsoft Sans Serif"/>
              </a:rPr>
              <a:t>payload</a:t>
            </a:r>
            <a:r>
              <a:rPr sz="2200" spc="85" dirty="0">
                <a:solidFill>
                  <a:srgbClr val="292929"/>
                </a:solidFill>
                <a:latin typeface="Microsoft Sans Serif"/>
                <a:cs typeface="Microsoft Sans Serif"/>
              </a:rPr>
              <a:t> </a:t>
            </a:r>
            <a:r>
              <a:rPr sz="2200" spc="-65" dirty="0">
                <a:solidFill>
                  <a:srgbClr val="292929"/>
                </a:solidFill>
                <a:latin typeface="Microsoft Sans Serif"/>
                <a:cs typeface="Microsoft Sans Serif"/>
              </a:rPr>
              <a:t>calculated</a:t>
            </a:r>
            <a:r>
              <a:rPr sz="2200" spc="85" dirty="0">
                <a:solidFill>
                  <a:srgbClr val="292929"/>
                </a:solidFill>
                <a:latin typeface="Microsoft Sans Serif"/>
                <a:cs typeface="Microsoft Sans Serif"/>
              </a:rPr>
              <a:t> </a:t>
            </a:r>
            <a:r>
              <a:rPr sz="2200" spc="-75" dirty="0">
                <a:solidFill>
                  <a:srgbClr val="292929"/>
                </a:solidFill>
                <a:latin typeface="Microsoft Sans Serif"/>
                <a:cs typeface="Microsoft Sans Serif"/>
              </a:rPr>
              <a:t>above,</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by</a:t>
            </a:r>
            <a:r>
              <a:rPr sz="2200" spc="70" dirty="0">
                <a:solidFill>
                  <a:srgbClr val="292929"/>
                </a:solidFill>
                <a:latin typeface="Microsoft Sans Serif"/>
                <a:cs typeface="Microsoft Sans Serif"/>
              </a:rPr>
              <a:t> </a:t>
            </a:r>
            <a:r>
              <a:rPr sz="2200" spc="-70" dirty="0">
                <a:solidFill>
                  <a:srgbClr val="292929"/>
                </a:solidFill>
                <a:latin typeface="Microsoft Sans Serif"/>
                <a:cs typeface="Microsoft Sans Serif"/>
              </a:rPr>
              <a:t>summing</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all</a:t>
            </a:r>
            <a:r>
              <a:rPr sz="2200" spc="75" dirty="0">
                <a:solidFill>
                  <a:srgbClr val="292929"/>
                </a:solidFill>
                <a:latin typeface="Microsoft Sans Serif"/>
                <a:cs typeface="Microsoft Sans Serif"/>
              </a:rPr>
              <a:t> </a:t>
            </a:r>
            <a:r>
              <a:rPr sz="2200" spc="-65" dirty="0">
                <a:solidFill>
                  <a:srgbClr val="292929"/>
                </a:solidFill>
                <a:latin typeface="Microsoft Sans Serif"/>
                <a:cs typeface="Microsoft Sans Serif"/>
              </a:rPr>
              <a:t>payloads</a:t>
            </a:r>
            <a:r>
              <a:rPr sz="2200" spc="100" dirty="0">
                <a:solidFill>
                  <a:srgbClr val="292929"/>
                </a:solidFill>
                <a:latin typeface="Microsoft Sans Serif"/>
                <a:cs typeface="Microsoft Sans Serif"/>
              </a:rPr>
              <a:t> </a:t>
            </a:r>
            <a:r>
              <a:rPr sz="2200" spc="-80" dirty="0">
                <a:solidFill>
                  <a:srgbClr val="292929"/>
                </a:solidFill>
                <a:latin typeface="Microsoft Sans Serif"/>
                <a:cs typeface="Microsoft Sans Serif"/>
              </a:rPr>
              <a:t>whose</a:t>
            </a:r>
            <a:r>
              <a:rPr sz="2200" spc="80" dirty="0">
                <a:solidFill>
                  <a:srgbClr val="292929"/>
                </a:solidFill>
                <a:latin typeface="Microsoft Sans Serif"/>
                <a:cs typeface="Microsoft Sans Serif"/>
              </a:rPr>
              <a:t> </a:t>
            </a:r>
            <a:r>
              <a:rPr sz="2200" spc="-85" dirty="0">
                <a:solidFill>
                  <a:srgbClr val="292929"/>
                </a:solidFill>
                <a:latin typeface="Microsoft Sans Serif"/>
                <a:cs typeface="Microsoft Sans Serif"/>
              </a:rPr>
              <a:t>codes</a:t>
            </a:r>
            <a:endParaRPr sz="2200">
              <a:latin typeface="Microsoft Sans Serif"/>
              <a:cs typeface="Microsoft Sans Serif"/>
            </a:endParaRPr>
          </a:p>
          <a:p>
            <a:pPr marL="241300">
              <a:lnSpc>
                <a:spcPct val="100000"/>
              </a:lnSpc>
            </a:pPr>
            <a:r>
              <a:rPr sz="2200" spc="-40" dirty="0">
                <a:solidFill>
                  <a:srgbClr val="292929"/>
                </a:solidFill>
                <a:latin typeface="Microsoft Sans Serif"/>
                <a:cs typeface="Microsoft Sans Serif"/>
              </a:rPr>
              <a:t>contain</a:t>
            </a:r>
            <a:r>
              <a:rPr sz="2200" spc="60" dirty="0">
                <a:solidFill>
                  <a:srgbClr val="292929"/>
                </a:solidFill>
                <a:latin typeface="Microsoft Sans Serif"/>
                <a:cs typeface="Microsoft Sans Serif"/>
              </a:rPr>
              <a:t> </a:t>
            </a:r>
            <a:r>
              <a:rPr sz="2200" spc="-175" dirty="0">
                <a:solidFill>
                  <a:srgbClr val="292929"/>
                </a:solidFill>
                <a:latin typeface="Microsoft Sans Serif"/>
                <a:cs typeface="Microsoft Sans Serif"/>
              </a:rPr>
              <a:t>‘CRS’,</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which</a:t>
            </a:r>
            <a:r>
              <a:rPr sz="2200" spc="60" dirty="0">
                <a:solidFill>
                  <a:srgbClr val="292929"/>
                </a:solidFill>
                <a:latin typeface="Microsoft Sans Serif"/>
                <a:cs typeface="Microsoft Sans Serif"/>
              </a:rPr>
              <a:t> </a:t>
            </a:r>
            <a:r>
              <a:rPr sz="2200" spc="-55" dirty="0">
                <a:solidFill>
                  <a:srgbClr val="292929"/>
                </a:solidFill>
                <a:latin typeface="Microsoft Sans Serif"/>
                <a:cs typeface="Microsoft Sans Serif"/>
              </a:rPr>
              <a:t>corresponds</a:t>
            </a:r>
            <a:r>
              <a:rPr sz="2200" spc="70"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70" dirty="0">
                <a:solidFill>
                  <a:srgbClr val="292929"/>
                </a:solidFill>
                <a:latin typeface="Microsoft Sans Serif"/>
                <a:cs typeface="Microsoft Sans Serif"/>
              </a:rPr>
              <a:t> </a:t>
            </a:r>
            <a:r>
              <a:rPr sz="2200" spc="-150" dirty="0">
                <a:solidFill>
                  <a:srgbClr val="292929"/>
                </a:solidFill>
                <a:latin typeface="Microsoft Sans Serif"/>
                <a:cs typeface="Microsoft Sans Serif"/>
              </a:rPr>
              <a:t>NASA.</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D196382B-05A2-59CD-E62E-858D1D5BCDAA}"/>
              </a:ext>
            </a:extLst>
          </p:cNvPr>
          <p:cNvGraphicFramePr>
            <a:graphicFrameLocks noGrp="1"/>
          </p:cNvGraphicFramePr>
          <p:nvPr/>
        </p:nvGraphicFramePr>
        <p:xfrm>
          <a:off x="1670050" y="2808604"/>
          <a:ext cx="1881505" cy="741679"/>
        </p:xfrm>
        <a:graphic>
          <a:graphicData uri="http://schemas.openxmlformats.org/drawingml/2006/table">
            <a:tbl>
              <a:tblPr firstRow="1" bandRow="1">
                <a:tableStyleId>{2D5ABB26-0587-4C30-8999-92F81FD0307C}</a:tableStyleId>
              </a:tblPr>
              <a:tblGrid>
                <a:gridCol w="1881505">
                  <a:extLst>
                    <a:ext uri="{9D8B030D-6E8A-4147-A177-3AD203B41FA5}">
                      <a16:colId xmlns:a16="http://schemas.microsoft.com/office/drawing/2014/main" val="20000"/>
                    </a:ext>
                  </a:extLst>
                </a:gridCol>
              </a:tblGrid>
              <a:tr h="370840">
                <a:tc>
                  <a:txBody>
                    <a:bodyPr/>
                    <a:lstStyle/>
                    <a:p>
                      <a:pPr marL="91440">
                        <a:lnSpc>
                          <a:spcPct val="100000"/>
                        </a:lnSpc>
                        <a:spcBef>
                          <a:spcPts val="270"/>
                        </a:spcBef>
                      </a:pPr>
                      <a:r>
                        <a:rPr sz="1800" b="1" spc="-40" dirty="0">
                          <a:solidFill>
                            <a:srgbClr val="FFFFFF"/>
                          </a:solidFill>
                          <a:latin typeface="Calibri"/>
                          <a:cs typeface="Calibri"/>
                        </a:rPr>
                        <a:t>Total</a:t>
                      </a:r>
                      <a:r>
                        <a:rPr sz="1800" b="1" spc="-15" dirty="0">
                          <a:solidFill>
                            <a:srgbClr val="FFFFFF"/>
                          </a:solidFill>
                          <a:latin typeface="Calibri"/>
                          <a:cs typeface="Calibri"/>
                        </a:rPr>
                        <a:t> </a:t>
                      </a:r>
                      <a:r>
                        <a:rPr sz="1800" b="1" spc="-20" dirty="0">
                          <a:solidFill>
                            <a:srgbClr val="FFFFFF"/>
                          </a:solidFill>
                          <a:latin typeface="Calibri"/>
                          <a:cs typeface="Calibri"/>
                        </a:rPr>
                        <a:t>Payload</a:t>
                      </a:r>
                      <a:r>
                        <a:rPr sz="1800" b="1" spc="5" dirty="0">
                          <a:solidFill>
                            <a:srgbClr val="FFFFFF"/>
                          </a:solidFill>
                          <a:latin typeface="Calibri"/>
                          <a:cs typeface="Calibri"/>
                        </a:rPr>
                        <a:t> </a:t>
                      </a:r>
                      <a:r>
                        <a:rPr sz="1800" b="1" dirty="0">
                          <a:solidFill>
                            <a:srgbClr val="FFFFFF"/>
                          </a:solidFill>
                          <a:latin typeface="Calibri"/>
                          <a:cs typeface="Calibri"/>
                        </a:rPr>
                        <a:t>(kg)</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1440">
                        <a:lnSpc>
                          <a:spcPct val="100000"/>
                        </a:lnSpc>
                        <a:spcBef>
                          <a:spcPts val="270"/>
                        </a:spcBef>
                      </a:pPr>
                      <a:r>
                        <a:rPr sz="1800" spc="5" dirty="0">
                          <a:latin typeface="Calibri"/>
                          <a:cs typeface="Calibri"/>
                        </a:rPr>
                        <a:t>111.268</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10014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sp>
        <p:nvSpPr>
          <p:cNvPr id="2" name="object 2">
            <a:extLst>
              <a:ext uri="{FF2B5EF4-FFF2-40B4-BE49-F238E27FC236}">
                <a16:creationId xmlns:a16="http://schemas.microsoft.com/office/drawing/2014/main" id="{AD596841-490F-EC86-CAAE-CD2200A0A2BC}"/>
              </a:ext>
            </a:extLst>
          </p:cNvPr>
          <p:cNvSpPr txBox="1"/>
          <p:nvPr/>
        </p:nvSpPr>
        <p:spPr>
          <a:xfrm>
            <a:off x="848994" y="1841880"/>
            <a:ext cx="7223125"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75" dirty="0">
                <a:solidFill>
                  <a:srgbClr val="292929"/>
                </a:solidFill>
                <a:latin typeface="Microsoft Sans Serif"/>
                <a:cs typeface="Microsoft Sans Serif"/>
              </a:rPr>
              <a:t>Average</a:t>
            </a:r>
            <a:r>
              <a:rPr sz="2200" spc="80" dirty="0">
                <a:solidFill>
                  <a:srgbClr val="292929"/>
                </a:solidFill>
                <a:latin typeface="Microsoft Sans Serif"/>
                <a:cs typeface="Microsoft Sans Serif"/>
              </a:rPr>
              <a:t> </a:t>
            </a:r>
            <a:r>
              <a:rPr sz="2200" spc="-55" dirty="0">
                <a:solidFill>
                  <a:srgbClr val="292929"/>
                </a:solidFill>
                <a:latin typeface="Microsoft Sans Serif"/>
                <a:cs typeface="Microsoft Sans Serif"/>
              </a:rPr>
              <a:t>payload</a:t>
            </a:r>
            <a:r>
              <a:rPr sz="2200" spc="55" dirty="0">
                <a:solidFill>
                  <a:srgbClr val="292929"/>
                </a:solidFill>
                <a:latin typeface="Microsoft Sans Serif"/>
                <a:cs typeface="Microsoft Sans Serif"/>
              </a:rPr>
              <a:t> </a:t>
            </a:r>
            <a:r>
              <a:rPr sz="2200" spc="-135" dirty="0">
                <a:solidFill>
                  <a:srgbClr val="292929"/>
                </a:solidFill>
                <a:latin typeface="Microsoft Sans Serif"/>
                <a:cs typeface="Microsoft Sans Serif"/>
              </a:rPr>
              <a:t>mass</a:t>
            </a:r>
            <a:r>
              <a:rPr sz="2200" spc="70" dirty="0">
                <a:solidFill>
                  <a:srgbClr val="292929"/>
                </a:solidFill>
                <a:latin typeface="Microsoft Sans Serif"/>
                <a:cs typeface="Microsoft Sans Serif"/>
              </a:rPr>
              <a:t> </a:t>
            </a:r>
            <a:r>
              <a:rPr sz="2200" spc="-45" dirty="0">
                <a:solidFill>
                  <a:srgbClr val="292929"/>
                </a:solidFill>
                <a:latin typeface="Microsoft Sans Serif"/>
                <a:cs typeface="Microsoft Sans Serif"/>
              </a:rPr>
              <a:t>carried</a:t>
            </a:r>
            <a:r>
              <a:rPr sz="2200" spc="90" dirty="0">
                <a:solidFill>
                  <a:srgbClr val="292929"/>
                </a:solidFill>
                <a:latin typeface="Microsoft Sans Serif"/>
                <a:cs typeface="Microsoft Sans Serif"/>
              </a:rPr>
              <a:t> </a:t>
            </a:r>
            <a:r>
              <a:rPr sz="2200" spc="-40" dirty="0">
                <a:solidFill>
                  <a:srgbClr val="292929"/>
                </a:solidFill>
                <a:latin typeface="Microsoft Sans Serif"/>
                <a:cs typeface="Microsoft Sans Serif"/>
              </a:rPr>
              <a:t>by</a:t>
            </a:r>
            <a:r>
              <a:rPr sz="2200" spc="65" dirty="0">
                <a:solidFill>
                  <a:srgbClr val="292929"/>
                </a:solidFill>
                <a:latin typeface="Microsoft Sans Serif"/>
                <a:cs typeface="Microsoft Sans Serif"/>
              </a:rPr>
              <a:t> </a:t>
            </a:r>
            <a:r>
              <a:rPr sz="2200" spc="-20" dirty="0">
                <a:solidFill>
                  <a:srgbClr val="292929"/>
                </a:solidFill>
                <a:latin typeface="Microsoft Sans Serif"/>
                <a:cs typeface="Microsoft Sans Serif"/>
              </a:rPr>
              <a:t>booster</a:t>
            </a:r>
            <a:r>
              <a:rPr sz="2200" spc="55" dirty="0">
                <a:solidFill>
                  <a:srgbClr val="292929"/>
                </a:solidFill>
                <a:latin typeface="Microsoft Sans Serif"/>
                <a:cs typeface="Microsoft Sans Serif"/>
              </a:rPr>
              <a:t> </a:t>
            </a:r>
            <a:r>
              <a:rPr sz="2200" spc="-50" dirty="0">
                <a:solidFill>
                  <a:srgbClr val="292929"/>
                </a:solidFill>
                <a:latin typeface="Microsoft Sans Serif"/>
                <a:cs typeface="Microsoft Sans Serif"/>
              </a:rPr>
              <a:t>version</a:t>
            </a:r>
            <a:r>
              <a:rPr sz="2200" spc="90" dirty="0">
                <a:solidFill>
                  <a:srgbClr val="292929"/>
                </a:solidFill>
                <a:latin typeface="Microsoft Sans Serif"/>
                <a:cs typeface="Microsoft Sans Serif"/>
              </a:rPr>
              <a:t> </a:t>
            </a:r>
            <a:r>
              <a:rPr sz="2200" spc="-45" dirty="0">
                <a:solidFill>
                  <a:srgbClr val="292929"/>
                </a:solidFill>
                <a:latin typeface="Microsoft Sans Serif"/>
                <a:cs typeface="Microsoft Sans Serif"/>
              </a:rPr>
              <a:t>F9</a:t>
            </a:r>
            <a:r>
              <a:rPr sz="2200" spc="70" dirty="0">
                <a:solidFill>
                  <a:srgbClr val="292929"/>
                </a:solidFill>
                <a:latin typeface="Microsoft Sans Serif"/>
                <a:cs typeface="Microsoft Sans Serif"/>
              </a:rPr>
              <a:t> </a:t>
            </a:r>
            <a:r>
              <a:rPr sz="2200" spc="-25" dirty="0">
                <a:solidFill>
                  <a:srgbClr val="292929"/>
                </a:solidFill>
                <a:latin typeface="Microsoft Sans Serif"/>
                <a:cs typeface="Microsoft Sans Serif"/>
              </a:rPr>
              <a:t>v1.1:</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9653E2EE-91D6-B53B-6F14-452781BA8E4F}"/>
              </a:ext>
            </a:extLst>
          </p:cNvPr>
          <p:cNvSpPr txBox="1"/>
          <p:nvPr/>
        </p:nvSpPr>
        <p:spPr>
          <a:xfrm>
            <a:off x="848994" y="4920932"/>
            <a:ext cx="8767445" cy="69659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20" dirty="0">
                <a:solidFill>
                  <a:srgbClr val="292929"/>
                </a:solidFill>
                <a:latin typeface="Microsoft Sans Serif"/>
                <a:cs typeface="Microsoft Sans Serif"/>
              </a:rPr>
              <a:t>Filtering</a:t>
            </a:r>
            <a:r>
              <a:rPr sz="2200" spc="90"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55" dirty="0">
                <a:solidFill>
                  <a:srgbClr val="292929"/>
                </a:solidFill>
                <a:latin typeface="Microsoft Sans Serif"/>
                <a:cs typeface="Microsoft Sans Serif"/>
              </a:rPr>
              <a:t> </a:t>
            </a:r>
            <a:r>
              <a:rPr sz="2200" spc="-40" dirty="0">
                <a:solidFill>
                  <a:srgbClr val="292929"/>
                </a:solidFill>
                <a:latin typeface="Microsoft Sans Serif"/>
                <a:cs typeface="Microsoft Sans Serif"/>
              </a:rPr>
              <a:t>by</a:t>
            </a:r>
            <a:r>
              <a:rPr sz="2200" spc="8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50" dirty="0">
                <a:solidFill>
                  <a:srgbClr val="292929"/>
                </a:solidFill>
                <a:latin typeface="Microsoft Sans Serif"/>
                <a:cs typeface="Microsoft Sans Serif"/>
              </a:rPr>
              <a:t> </a:t>
            </a:r>
            <a:r>
              <a:rPr sz="2200" spc="-20" dirty="0">
                <a:solidFill>
                  <a:srgbClr val="292929"/>
                </a:solidFill>
                <a:latin typeface="Microsoft Sans Serif"/>
                <a:cs typeface="Microsoft Sans Serif"/>
              </a:rPr>
              <a:t>booster</a:t>
            </a:r>
            <a:r>
              <a:rPr sz="2200" spc="80" dirty="0">
                <a:solidFill>
                  <a:srgbClr val="292929"/>
                </a:solidFill>
                <a:latin typeface="Microsoft Sans Serif"/>
                <a:cs typeface="Microsoft Sans Serif"/>
              </a:rPr>
              <a:t> </a:t>
            </a:r>
            <a:r>
              <a:rPr sz="2200" spc="-50" dirty="0">
                <a:solidFill>
                  <a:srgbClr val="292929"/>
                </a:solidFill>
                <a:latin typeface="Microsoft Sans Serif"/>
                <a:cs typeface="Microsoft Sans Serif"/>
              </a:rPr>
              <a:t>version</a:t>
            </a:r>
            <a:r>
              <a:rPr sz="2200" spc="70" dirty="0">
                <a:solidFill>
                  <a:srgbClr val="292929"/>
                </a:solidFill>
                <a:latin typeface="Microsoft Sans Serif"/>
                <a:cs typeface="Microsoft Sans Serif"/>
              </a:rPr>
              <a:t> </a:t>
            </a:r>
            <a:r>
              <a:rPr sz="2200" spc="-70" dirty="0">
                <a:solidFill>
                  <a:srgbClr val="292929"/>
                </a:solidFill>
                <a:latin typeface="Microsoft Sans Serif"/>
                <a:cs typeface="Microsoft Sans Serif"/>
              </a:rPr>
              <a:t>above</a:t>
            </a:r>
            <a:r>
              <a:rPr sz="2200" spc="5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80" dirty="0">
                <a:solidFill>
                  <a:srgbClr val="292929"/>
                </a:solidFill>
                <a:latin typeface="Microsoft Sans Serif"/>
                <a:cs typeface="Microsoft Sans Serif"/>
              </a:rPr>
              <a:t> </a:t>
            </a:r>
            <a:r>
              <a:rPr sz="2200" spc="-50" dirty="0">
                <a:solidFill>
                  <a:srgbClr val="292929"/>
                </a:solidFill>
                <a:latin typeface="Microsoft Sans Serif"/>
                <a:cs typeface="Microsoft Sans Serif"/>
              </a:rPr>
              <a:t>calculating</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0" dirty="0">
                <a:solidFill>
                  <a:srgbClr val="292929"/>
                </a:solidFill>
                <a:latin typeface="Microsoft Sans Serif"/>
                <a:cs typeface="Microsoft Sans Serif"/>
              </a:rPr>
              <a:t> </a:t>
            </a:r>
            <a:r>
              <a:rPr sz="2200" spc="-85" dirty="0">
                <a:solidFill>
                  <a:srgbClr val="292929"/>
                </a:solidFill>
                <a:latin typeface="Microsoft Sans Serif"/>
                <a:cs typeface="Microsoft Sans Serif"/>
              </a:rPr>
              <a:t>average</a:t>
            </a:r>
            <a:endParaRPr sz="2200">
              <a:latin typeface="Microsoft Sans Serif"/>
              <a:cs typeface="Microsoft Sans Serif"/>
            </a:endParaRPr>
          </a:p>
          <a:p>
            <a:pPr marL="241300">
              <a:lnSpc>
                <a:spcPct val="100000"/>
              </a:lnSpc>
              <a:spcBef>
                <a:spcPts val="5"/>
              </a:spcBef>
            </a:pPr>
            <a:r>
              <a:rPr sz="2200" spc="-50" dirty="0">
                <a:solidFill>
                  <a:srgbClr val="292929"/>
                </a:solidFill>
                <a:latin typeface="Microsoft Sans Serif"/>
                <a:cs typeface="Microsoft Sans Serif"/>
              </a:rPr>
              <a:t>payload</a:t>
            </a:r>
            <a:r>
              <a:rPr sz="2200" spc="70" dirty="0">
                <a:solidFill>
                  <a:srgbClr val="292929"/>
                </a:solidFill>
                <a:latin typeface="Microsoft Sans Serif"/>
                <a:cs typeface="Microsoft Sans Serif"/>
              </a:rPr>
              <a:t> </a:t>
            </a:r>
            <a:r>
              <a:rPr sz="2200" spc="-135" dirty="0">
                <a:solidFill>
                  <a:srgbClr val="292929"/>
                </a:solidFill>
                <a:latin typeface="Microsoft Sans Serif"/>
                <a:cs typeface="Microsoft Sans Serif"/>
              </a:rPr>
              <a:t>mass</a:t>
            </a:r>
            <a:r>
              <a:rPr sz="2200" spc="65" dirty="0">
                <a:solidFill>
                  <a:srgbClr val="292929"/>
                </a:solidFill>
                <a:latin typeface="Microsoft Sans Serif"/>
                <a:cs typeface="Microsoft Sans Serif"/>
              </a:rPr>
              <a:t> </a:t>
            </a:r>
            <a:r>
              <a:rPr sz="2200" spc="-95" dirty="0">
                <a:solidFill>
                  <a:srgbClr val="292929"/>
                </a:solidFill>
                <a:latin typeface="Microsoft Sans Serif"/>
                <a:cs typeface="Microsoft Sans Serif"/>
              </a:rPr>
              <a:t>we</a:t>
            </a:r>
            <a:r>
              <a:rPr sz="2200" spc="70" dirty="0">
                <a:solidFill>
                  <a:srgbClr val="292929"/>
                </a:solidFill>
                <a:latin typeface="Microsoft Sans Serif"/>
                <a:cs typeface="Microsoft Sans Serif"/>
              </a:rPr>
              <a:t> </a:t>
            </a:r>
            <a:r>
              <a:rPr sz="2200" spc="-25" dirty="0">
                <a:solidFill>
                  <a:srgbClr val="292929"/>
                </a:solidFill>
                <a:latin typeface="Microsoft Sans Serif"/>
                <a:cs typeface="Microsoft Sans Serif"/>
              </a:rPr>
              <a:t>obtained</a:t>
            </a:r>
            <a:r>
              <a:rPr sz="2200" spc="5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80" dirty="0">
                <a:solidFill>
                  <a:srgbClr val="292929"/>
                </a:solidFill>
                <a:latin typeface="Microsoft Sans Serif"/>
                <a:cs typeface="Microsoft Sans Serif"/>
              </a:rPr>
              <a:t>value</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50" dirty="0">
                <a:solidFill>
                  <a:srgbClr val="292929"/>
                </a:solidFill>
                <a:latin typeface="Microsoft Sans Serif"/>
                <a:cs typeface="Microsoft Sans Serif"/>
              </a:rPr>
              <a:t> </a:t>
            </a:r>
            <a:r>
              <a:rPr sz="2200" spc="55" dirty="0">
                <a:solidFill>
                  <a:srgbClr val="292929"/>
                </a:solidFill>
                <a:latin typeface="Microsoft Sans Serif"/>
                <a:cs typeface="Microsoft Sans Serif"/>
              </a:rPr>
              <a:t>2,928</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kg.</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FFBC4B72-7C23-7AB9-935A-9073AAA3B3AD}"/>
              </a:ext>
            </a:extLst>
          </p:cNvPr>
          <p:cNvGraphicFramePr>
            <a:graphicFrameLocks noGrp="1"/>
          </p:cNvGraphicFramePr>
          <p:nvPr/>
        </p:nvGraphicFramePr>
        <p:xfrm>
          <a:off x="1670050" y="3051810"/>
          <a:ext cx="2043430" cy="741678"/>
        </p:xfrm>
        <a:graphic>
          <a:graphicData uri="http://schemas.openxmlformats.org/drawingml/2006/table">
            <a:tbl>
              <a:tblPr firstRow="1" bandRow="1">
                <a:tableStyleId>{2D5ABB26-0587-4C30-8999-92F81FD0307C}</a:tableStyleId>
              </a:tblPr>
              <a:tblGrid>
                <a:gridCol w="2043430">
                  <a:extLst>
                    <a:ext uri="{9D8B030D-6E8A-4147-A177-3AD203B41FA5}">
                      <a16:colId xmlns:a16="http://schemas.microsoft.com/office/drawing/2014/main" val="20000"/>
                    </a:ext>
                  </a:extLst>
                </a:gridCol>
              </a:tblGrid>
              <a:tr h="370839">
                <a:tc>
                  <a:txBody>
                    <a:bodyPr/>
                    <a:lstStyle/>
                    <a:p>
                      <a:pPr marL="91440">
                        <a:lnSpc>
                          <a:spcPct val="100000"/>
                        </a:lnSpc>
                        <a:spcBef>
                          <a:spcPts val="270"/>
                        </a:spcBef>
                      </a:pPr>
                      <a:r>
                        <a:rPr sz="1800" b="1" spc="-20" dirty="0">
                          <a:solidFill>
                            <a:srgbClr val="FFFFFF"/>
                          </a:solidFill>
                          <a:latin typeface="Calibri"/>
                          <a:cs typeface="Calibri"/>
                        </a:rPr>
                        <a:t>Avg</a:t>
                      </a:r>
                      <a:r>
                        <a:rPr sz="1800" b="1" spc="-45" dirty="0">
                          <a:solidFill>
                            <a:srgbClr val="FFFFFF"/>
                          </a:solidFill>
                          <a:latin typeface="Calibri"/>
                          <a:cs typeface="Calibri"/>
                        </a:rPr>
                        <a:t> </a:t>
                      </a:r>
                      <a:r>
                        <a:rPr sz="1800" b="1" spc="-20" dirty="0">
                          <a:solidFill>
                            <a:srgbClr val="FFFFFF"/>
                          </a:solidFill>
                          <a:latin typeface="Calibri"/>
                          <a:cs typeface="Calibri"/>
                        </a:rPr>
                        <a:t>Payload</a:t>
                      </a:r>
                      <a:r>
                        <a:rPr sz="1800" b="1" spc="10" dirty="0">
                          <a:solidFill>
                            <a:srgbClr val="FFFFFF"/>
                          </a:solidFill>
                          <a:latin typeface="Calibri"/>
                          <a:cs typeface="Calibri"/>
                        </a:rPr>
                        <a:t> </a:t>
                      </a:r>
                      <a:r>
                        <a:rPr sz="1800" b="1" dirty="0">
                          <a:solidFill>
                            <a:srgbClr val="FFFFFF"/>
                          </a:solidFill>
                          <a:latin typeface="Calibri"/>
                          <a:cs typeface="Calibri"/>
                        </a:rPr>
                        <a:t>(kg)</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1440">
                        <a:lnSpc>
                          <a:spcPct val="100000"/>
                        </a:lnSpc>
                        <a:spcBef>
                          <a:spcPts val="270"/>
                        </a:spcBef>
                      </a:pPr>
                      <a:r>
                        <a:rPr sz="1800" spc="5" dirty="0">
                          <a:latin typeface="Calibri"/>
                          <a:cs typeface="Calibri"/>
                        </a:rPr>
                        <a:t>2.928</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35560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sp>
        <p:nvSpPr>
          <p:cNvPr id="2" name="object 2">
            <a:extLst>
              <a:ext uri="{FF2B5EF4-FFF2-40B4-BE49-F238E27FC236}">
                <a16:creationId xmlns:a16="http://schemas.microsoft.com/office/drawing/2014/main" id="{44FC7CCC-E0AD-E13B-C5BF-AF27052750E9}"/>
              </a:ext>
            </a:extLst>
          </p:cNvPr>
          <p:cNvSpPr txBox="1"/>
          <p:nvPr/>
        </p:nvSpPr>
        <p:spPr>
          <a:xfrm>
            <a:off x="848994" y="1841880"/>
            <a:ext cx="6054090"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40" dirty="0">
                <a:solidFill>
                  <a:srgbClr val="292929"/>
                </a:solidFill>
                <a:latin typeface="Microsoft Sans Serif"/>
                <a:cs typeface="Microsoft Sans Serif"/>
              </a:rPr>
              <a:t>First</a:t>
            </a:r>
            <a:r>
              <a:rPr sz="2200" spc="80"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75" dirty="0">
                <a:solidFill>
                  <a:srgbClr val="292929"/>
                </a:solidFill>
                <a:latin typeface="Microsoft Sans Serif"/>
                <a:cs typeface="Microsoft Sans Serif"/>
              </a:rPr>
              <a:t> </a:t>
            </a:r>
            <a:r>
              <a:rPr sz="2200" spc="-35" dirty="0">
                <a:solidFill>
                  <a:srgbClr val="292929"/>
                </a:solidFill>
                <a:latin typeface="Microsoft Sans Serif"/>
                <a:cs typeface="Microsoft Sans Serif"/>
              </a:rPr>
              <a:t>landing</a:t>
            </a:r>
            <a:r>
              <a:rPr sz="2200" spc="90" dirty="0">
                <a:solidFill>
                  <a:srgbClr val="292929"/>
                </a:solidFill>
                <a:latin typeface="Microsoft Sans Serif"/>
                <a:cs typeface="Microsoft Sans Serif"/>
              </a:rPr>
              <a:t> </a:t>
            </a:r>
            <a:r>
              <a:rPr sz="2200" spc="-50" dirty="0">
                <a:solidFill>
                  <a:srgbClr val="292929"/>
                </a:solidFill>
                <a:latin typeface="Microsoft Sans Serif"/>
                <a:cs typeface="Microsoft Sans Serif"/>
              </a:rPr>
              <a:t>outcome</a:t>
            </a:r>
            <a:r>
              <a:rPr sz="2200" spc="60" dirty="0">
                <a:solidFill>
                  <a:srgbClr val="292929"/>
                </a:solidFill>
                <a:latin typeface="Microsoft Sans Serif"/>
                <a:cs typeface="Microsoft Sans Serif"/>
              </a:rPr>
              <a:t> </a:t>
            </a:r>
            <a:r>
              <a:rPr sz="2200" spc="-35" dirty="0">
                <a:solidFill>
                  <a:srgbClr val="292929"/>
                </a:solidFill>
                <a:latin typeface="Microsoft Sans Serif"/>
                <a:cs typeface="Microsoft Sans Serif"/>
              </a:rPr>
              <a:t>on</a:t>
            </a:r>
            <a:r>
              <a:rPr sz="2200" spc="45" dirty="0">
                <a:solidFill>
                  <a:srgbClr val="292929"/>
                </a:solidFill>
                <a:latin typeface="Microsoft Sans Serif"/>
                <a:cs typeface="Microsoft Sans Serif"/>
              </a:rPr>
              <a:t> </a:t>
            </a:r>
            <a:r>
              <a:rPr sz="2200" spc="-15" dirty="0">
                <a:solidFill>
                  <a:srgbClr val="292929"/>
                </a:solidFill>
                <a:latin typeface="Microsoft Sans Serif"/>
                <a:cs typeface="Microsoft Sans Serif"/>
              </a:rPr>
              <a:t>ground</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pad:</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E68DCF1A-411C-C022-B900-C43BEC03DF89}"/>
              </a:ext>
            </a:extLst>
          </p:cNvPr>
          <p:cNvSpPr txBox="1"/>
          <p:nvPr/>
        </p:nvSpPr>
        <p:spPr>
          <a:xfrm>
            <a:off x="848994" y="4920932"/>
            <a:ext cx="9293225" cy="1031875"/>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2200" spc="-125" dirty="0">
                <a:solidFill>
                  <a:srgbClr val="292929"/>
                </a:solidFill>
                <a:latin typeface="Microsoft Sans Serif"/>
                <a:cs typeface="Microsoft Sans Serif"/>
              </a:rPr>
              <a:t>By</a:t>
            </a:r>
            <a:r>
              <a:rPr sz="2200" spc="85" dirty="0">
                <a:solidFill>
                  <a:srgbClr val="292929"/>
                </a:solidFill>
                <a:latin typeface="Microsoft Sans Serif"/>
                <a:cs typeface="Microsoft Sans Serif"/>
              </a:rPr>
              <a:t> </a:t>
            </a:r>
            <a:r>
              <a:rPr sz="2200" dirty="0">
                <a:solidFill>
                  <a:srgbClr val="292929"/>
                </a:solidFill>
                <a:latin typeface="Microsoft Sans Serif"/>
                <a:cs typeface="Microsoft Sans Serif"/>
              </a:rPr>
              <a:t>filtering</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65" dirty="0">
                <a:solidFill>
                  <a:srgbClr val="292929"/>
                </a:solidFill>
                <a:latin typeface="Microsoft Sans Serif"/>
                <a:cs typeface="Microsoft Sans Serif"/>
              </a:rPr>
              <a:t> </a:t>
            </a:r>
            <a:r>
              <a:rPr sz="2200" spc="-40" dirty="0">
                <a:solidFill>
                  <a:srgbClr val="292929"/>
                </a:solidFill>
                <a:latin typeface="Microsoft Sans Serif"/>
                <a:cs typeface="Microsoft Sans Serif"/>
              </a:rPr>
              <a:t>by</a:t>
            </a:r>
            <a:r>
              <a:rPr sz="2200" spc="90"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landing</a:t>
            </a:r>
            <a:r>
              <a:rPr sz="2200" spc="85" dirty="0">
                <a:solidFill>
                  <a:srgbClr val="292929"/>
                </a:solidFill>
                <a:latin typeface="Microsoft Sans Serif"/>
                <a:cs typeface="Microsoft Sans Serif"/>
              </a:rPr>
              <a:t> </a:t>
            </a:r>
            <a:r>
              <a:rPr sz="2200" spc="-55" dirty="0">
                <a:solidFill>
                  <a:srgbClr val="292929"/>
                </a:solidFill>
                <a:latin typeface="Microsoft Sans Serif"/>
                <a:cs typeface="Microsoft Sans Serif"/>
              </a:rPr>
              <a:t>outcome</a:t>
            </a:r>
            <a:r>
              <a:rPr sz="2200" spc="55" dirty="0">
                <a:solidFill>
                  <a:srgbClr val="292929"/>
                </a:solidFill>
                <a:latin typeface="Microsoft Sans Serif"/>
                <a:cs typeface="Microsoft Sans Serif"/>
              </a:rPr>
              <a:t> </a:t>
            </a:r>
            <a:r>
              <a:rPr sz="2200" spc="-35" dirty="0">
                <a:solidFill>
                  <a:srgbClr val="292929"/>
                </a:solidFill>
                <a:latin typeface="Microsoft Sans Serif"/>
                <a:cs typeface="Microsoft Sans Serif"/>
              </a:rPr>
              <a:t>on</a:t>
            </a:r>
            <a:r>
              <a:rPr sz="2200" spc="75" dirty="0">
                <a:solidFill>
                  <a:srgbClr val="292929"/>
                </a:solidFill>
                <a:latin typeface="Microsoft Sans Serif"/>
                <a:cs typeface="Microsoft Sans Serif"/>
              </a:rPr>
              <a:t> </a:t>
            </a:r>
            <a:r>
              <a:rPr sz="2200" spc="-15" dirty="0">
                <a:solidFill>
                  <a:srgbClr val="292929"/>
                </a:solidFill>
                <a:latin typeface="Microsoft Sans Serif"/>
                <a:cs typeface="Microsoft Sans Serif"/>
              </a:rPr>
              <a:t>ground</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pad</a:t>
            </a:r>
            <a:r>
              <a:rPr sz="2200" spc="7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60" dirty="0">
                <a:solidFill>
                  <a:srgbClr val="292929"/>
                </a:solidFill>
                <a:latin typeface="Microsoft Sans Serif"/>
                <a:cs typeface="Microsoft Sans Serif"/>
              </a:rPr>
              <a:t> </a:t>
            </a:r>
            <a:r>
              <a:rPr sz="2200" spc="10" dirty="0">
                <a:solidFill>
                  <a:srgbClr val="292929"/>
                </a:solidFill>
                <a:latin typeface="Microsoft Sans Serif"/>
                <a:cs typeface="Microsoft Sans Serif"/>
              </a:rPr>
              <a:t>getting </a:t>
            </a:r>
            <a:r>
              <a:rPr sz="2200" spc="1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90" dirty="0">
                <a:solidFill>
                  <a:srgbClr val="292929"/>
                </a:solidFill>
                <a:latin typeface="Microsoft Sans Serif"/>
                <a:cs typeface="Microsoft Sans Serif"/>
              </a:rPr>
              <a:t> </a:t>
            </a:r>
            <a:r>
              <a:rPr sz="2200" spc="-65" dirty="0">
                <a:solidFill>
                  <a:srgbClr val="292929"/>
                </a:solidFill>
                <a:latin typeface="Microsoft Sans Serif"/>
                <a:cs typeface="Microsoft Sans Serif"/>
              </a:rPr>
              <a:t>minimum</a:t>
            </a:r>
            <a:r>
              <a:rPr sz="2200" spc="80" dirty="0">
                <a:solidFill>
                  <a:srgbClr val="292929"/>
                </a:solidFill>
                <a:latin typeface="Microsoft Sans Serif"/>
                <a:cs typeface="Microsoft Sans Serif"/>
              </a:rPr>
              <a:t> </a:t>
            </a:r>
            <a:r>
              <a:rPr sz="2200" spc="-80" dirty="0">
                <a:solidFill>
                  <a:srgbClr val="292929"/>
                </a:solidFill>
                <a:latin typeface="Microsoft Sans Serif"/>
                <a:cs typeface="Microsoft Sans Serif"/>
              </a:rPr>
              <a:t>value</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for</a:t>
            </a:r>
            <a:r>
              <a:rPr sz="2200" spc="70" dirty="0">
                <a:solidFill>
                  <a:srgbClr val="292929"/>
                </a:solidFill>
                <a:latin typeface="Microsoft Sans Serif"/>
                <a:cs typeface="Microsoft Sans Serif"/>
              </a:rPr>
              <a:t> </a:t>
            </a:r>
            <a:r>
              <a:rPr sz="2200" spc="-40" dirty="0">
                <a:solidFill>
                  <a:srgbClr val="292929"/>
                </a:solidFill>
                <a:latin typeface="Microsoft Sans Serif"/>
                <a:cs typeface="Microsoft Sans Serif"/>
              </a:rPr>
              <a:t>date</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it’s</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possible</a:t>
            </a:r>
            <a:r>
              <a:rPr sz="2200" spc="9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70" dirty="0">
                <a:solidFill>
                  <a:srgbClr val="292929"/>
                </a:solidFill>
                <a:latin typeface="Microsoft Sans Serif"/>
                <a:cs typeface="Microsoft Sans Serif"/>
              </a:rPr>
              <a:t> </a:t>
            </a:r>
            <a:r>
              <a:rPr sz="2200" spc="-20" dirty="0">
                <a:solidFill>
                  <a:srgbClr val="292929"/>
                </a:solidFill>
                <a:latin typeface="Microsoft Sans Serif"/>
                <a:cs typeface="Microsoft Sans Serif"/>
              </a:rPr>
              <a:t>identify</a:t>
            </a:r>
            <a:r>
              <a:rPr sz="2200" spc="9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first</a:t>
            </a:r>
            <a:r>
              <a:rPr sz="2200" spc="95" dirty="0">
                <a:solidFill>
                  <a:srgbClr val="292929"/>
                </a:solidFill>
                <a:latin typeface="Microsoft Sans Serif"/>
                <a:cs typeface="Microsoft Sans Serif"/>
              </a:rPr>
              <a:t> </a:t>
            </a:r>
            <a:r>
              <a:rPr sz="2200" spc="-85" dirty="0">
                <a:solidFill>
                  <a:srgbClr val="292929"/>
                </a:solidFill>
                <a:latin typeface="Microsoft Sans Serif"/>
                <a:cs typeface="Microsoft Sans Serif"/>
              </a:rPr>
              <a:t>occurrence,</a:t>
            </a:r>
            <a:r>
              <a:rPr sz="2200" spc="80" dirty="0">
                <a:solidFill>
                  <a:srgbClr val="292929"/>
                </a:solidFill>
                <a:latin typeface="Microsoft Sans Serif"/>
                <a:cs typeface="Microsoft Sans Serif"/>
              </a:rPr>
              <a:t> </a:t>
            </a:r>
            <a:r>
              <a:rPr sz="2200" spc="-10" dirty="0">
                <a:solidFill>
                  <a:srgbClr val="292929"/>
                </a:solidFill>
                <a:latin typeface="Microsoft Sans Serif"/>
                <a:cs typeface="Microsoft Sans Serif"/>
              </a:rPr>
              <a:t>that </a:t>
            </a:r>
            <a:r>
              <a:rPr sz="2200" spc="-565" dirty="0">
                <a:solidFill>
                  <a:srgbClr val="292929"/>
                </a:solidFill>
                <a:latin typeface="Microsoft Sans Serif"/>
                <a:cs typeface="Microsoft Sans Serif"/>
              </a:rPr>
              <a:t> </a:t>
            </a:r>
            <a:r>
              <a:rPr sz="2200" spc="-65" dirty="0">
                <a:solidFill>
                  <a:srgbClr val="292929"/>
                </a:solidFill>
                <a:latin typeface="Microsoft Sans Serif"/>
                <a:cs typeface="Microsoft Sans Serif"/>
              </a:rPr>
              <a:t>happened</a:t>
            </a:r>
            <a:r>
              <a:rPr sz="2200" spc="70" dirty="0">
                <a:solidFill>
                  <a:srgbClr val="292929"/>
                </a:solidFill>
                <a:latin typeface="Microsoft Sans Serif"/>
                <a:cs typeface="Microsoft Sans Serif"/>
              </a:rPr>
              <a:t> </a:t>
            </a:r>
            <a:r>
              <a:rPr sz="2200" spc="-35" dirty="0">
                <a:solidFill>
                  <a:srgbClr val="292929"/>
                </a:solidFill>
                <a:latin typeface="Microsoft Sans Serif"/>
                <a:cs typeface="Microsoft Sans Serif"/>
              </a:rPr>
              <a:t>on</a:t>
            </a:r>
            <a:r>
              <a:rPr sz="2200" spc="70" dirty="0">
                <a:solidFill>
                  <a:srgbClr val="292929"/>
                </a:solidFill>
                <a:latin typeface="Microsoft Sans Serif"/>
                <a:cs typeface="Microsoft Sans Serif"/>
              </a:rPr>
              <a:t> </a:t>
            </a:r>
            <a:r>
              <a:rPr sz="2200" spc="90" dirty="0">
                <a:solidFill>
                  <a:srgbClr val="292929"/>
                </a:solidFill>
                <a:latin typeface="Microsoft Sans Serif"/>
                <a:cs typeface="Microsoft Sans Serif"/>
              </a:rPr>
              <a:t>12/22/2015.</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0E9CE741-E364-2281-2325-D06E7EC2E071}"/>
              </a:ext>
            </a:extLst>
          </p:cNvPr>
          <p:cNvGraphicFramePr>
            <a:graphicFrameLocks noGrp="1"/>
          </p:cNvGraphicFramePr>
          <p:nvPr/>
        </p:nvGraphicFramePr>
        <p:xfrm>
          <a:off x="1572513" y="3051810"/>
          <a:ext cx="1980564" cy="741678"/>
        </p:xfrm>
        <a:graphic>
          <a:graphicData uri="http://schemas.openxmlformats.org/drawingml/2006/table">
            <a:tbl>
              <a:tblPr firstRow="1" bandRow="1">
                <a:tableStyleId>{2D5ABB26-0587-4C30-8999-92F81FD0307C}</a:tableStyleId>
              </a:tblPr>
              <a:tblGrid>
                <a:gridCol w="1980564">
                  <a:extLst>
                    <a:ext uri="{9D8B030D-6E8A-4147-A177-3AD203B41FA5}">
                      <a16:colId xmlns:a16="http://schemas.microsoft.com/office/drawing/2014/main" val="20000"/>
                    </a:ext>
                  </a:extLst>
                </a:gridCol>
              </a:tblGrid>
              <a:tr h="370839">
                <a:tc>
                  <a:txBody>
                    <a:bodyPr/>
                    <a:lstStyle/>
                    <a:p>
                      <a:pPr marL="91440">
                        <a:lnSpc>
                          <a:spcPct val="100000"/>
                        </a:lnSpc>
                        <a:spcBef>
                          <a:spcPts val="270"/>
                        </a:spcBef>
                      </a:pPr>
                      <a:r>
                        <a:rPr sz="1800" b="1" dirty="0">
                          <a:solidFill>
                            <a:srgbClr val="FFFFFF"/>
                          </a:solidFill>
                          <a:latin typeface="Calibri"/>
                          <a:cs typeface="Calibri"/>
                        </a:rPr>
                        <a:t>Min</a:t>
                      </a:r>
                      <a:r>
                        <a:rPr sz="1800" b="1" spc="-60" dirty="0">
                          <a:solidFill>
                            <a:srgbClr val="FFFFFF"/>
                          </a:solidFill>
                          <a:latin typeface="Calibri"/>
                          <a:cs typeface="Calibri"/>
                        </a:rPr>
                        <a:t> </a:t>
                      </a:r>
                      <a:r>
                        <a:rPr sz="1800" b="1" spc="-15" dirty="0">
                          <a:solidFill>
                            <a:srgbClr val="FFFFFF"/>
                          </a:solidFill>
                          <a:latin typeface="Calibri"/>
                          <a:cs typeface="Calibri"/>
                        </a:rPr>
                        <a:t>Date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1440">
                        <a:lnSpc>
                          <a:spcPct val="100000"/>
                        </a:lnSpc>
                        <a:spcBef>
                          <a:spcPts val="270"/>
                        </a:spcBef>
                      </a:pPr>
                      <a:r>
                        <a:rPr sz="1800" dirty="0">
                          <a:latin typeface="Calibri"/>
                          <a:cs typeface="Calibri"/>
                        </a:rPr>
                        <a:t>2015-12-22</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34679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sp>
        <p:nvSpPr>
          <p:cNvPr id="2" name="object 2">
            <a:extLst>
              <a:ext uri="{FF2B5EF4-FFF2-40B4-BE49-F238E27FC236}">
                <a16:creationId xmlns:a16="http://schemas.microsoft.com/office/drawing/2014/main" id="{862FF0F4-A7B4-777E-AA65-F7366540E5BB}"/>
              </a:ext>
            </a:extLst>
          </p:cNvPr>
          <p:cNvSpPr txBox="1"/>
          <p:nvPr/>
        </p:nvSpPr>
        <p:spPr>
          <a:xfrm>
            <a:off x="848994" y="1841880"/>
            <a:ext cx="9561830" cy="695960"/>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2200" spc="-55" dirty="0">
                <a:solidFill>
                  <a:srgbClr val="292929"/>
                </a:solidFill>
                <a:latin typeface="Microsoft Sans Serif"/>
                <a:cs typeface="Microsoft Sans Serif"/>
              </a:rPr>
              <a:t>Boosters</a:t>
            </a:r>
            <a:r>
              <a:rPr sz="2200" spc="65" dirty="0">
                <a:solidFill>
                  <a:srgbClr val="292929"/>
                </a:solidFill>
                <a:latin typeface="Microsoft Sans Serif"/>
                <a:cs typeface="Microsoft Sans Serif"/>
              </a:rPr>
              <a:t> </a:t>
            </a:r>
            <a:r>
              <a:rPr sz="2200" spc="-60" dirty="0">
                <a:solidFill>
                  <a:srgbClr val="292929"/>
                </a:solidFill>
                <a:latin typeface="Microsoft Sans Serif"/>
                <a:cs typeface="Microsoft Sans Serif"/>
              </a:rPr>
              <a:t>which</a:t>
            </a:r>
            <a:r>
              <a:rPr sz="2200" spc="65" dirty="0">
                <a:solidFill>
                  <a:srgbClr val="292929"/>
                </a:solidFill>
                <a:latin typeface="Microsoft Sans Serif"/>
                <a:cs typeface="Microsoft Sans Serif"/>
              </a:rPr>
              <a:t> </a:t>
            </a:r>
            <a:r>
              <a:rPr sz="2200" spc="-105" dirty="0">
                <a:solidFill>
                  <a:srgbClr val="292929"/>
                </a:solidFill>
                <a:latin typeface="Microsoft Sans Serif"/>
                <a:cs typeface="Microsoft Sans Serif"/>
              </a:rPr>
              <a:t>have</a:t>
            </a:r>
            <a:r>
              <a:rPr sz="2200" spc="80" dirty="0">
                <a:solidFill>
                  <a:srgbClr val="292929"/>
                </a:solidFill>
                <a:latin typeface="Microsoft Sans Serif"/>
                <a:cs typeface="Microsoft Sans Serif"/>
              </a:rPr>
              <a:t> </a:t>
            </a:r>
            <a:r>
              <a:rPr sz="2200" spc="-85" dirty="0">
                <a:solidFill>
                  <a:srgbClr val="292929"/>
                </a:solidFill>
                <a:latin typeface="Microsoft Sans Serif"/>
                <a:cs typeface="Microsoft Sans Serif"/>
              </a:rPr>
              <a:t>successfully</a:t>
            </a:r>
            <a:r>
              <a:rPr sz="2200" spc="105" dirty="0">
                <a:solidFill>
                  <a:srgbClr val="292929"/>
                </a:solidFill>
                <a:latin typeface="Microsoft Sans Serif"/>
                <a:cs typeface="Microsoft Sans Serif"/>
              </a:rPr>
              <a:t> </a:t>
            </a:r>
            <a:r>
              <a:rPr sz="2200" spc="-50" dirty="0">
                <a:solidFill>
                  <a:srgbClr val="292929"/>
                </a:solidFill>
                <a:latin typeface="Microsoft Sans Serif"/>
                <a:cs typeface="Microsoft Sans Serif"/>
              </a:rPr>
              <a:t>landed</a:t>
            </a:r>
            <a:r>
              <a:rPr sz="2200" spc="70" dirty="0">
                <a:solidFill>
                  <a:srgbClr val="292929"/>
                </a:solidFill>
                <a:latin typeface="Microsoft Sans Serif"/>
                <a:cs typeface="Microsoft Sans Serif"/>
              </a:rPr>
              <a:t> </a:t>
            </a:r>
            <a:r>
              <a:rPr sz="2200" spc="-35" dirty="0">
                <a:solidFill>
                  <a:srgbClr val="292929"/>
                </a:solidFill>
                <a:latin typeface="Microsoft Sans Serif"/>
                <a:cs typeface="Microsoft Sans Serif"/>
              </a:rPr>
              <a:t>on</a:t>
            </a:r>
            <a:r>
              <a:rPr sz="2200" spc="70" dirty="0">
                <a:solidFill>
                  <a:srgbClr val="292929"/>
                </a:solidFill>
                <a:latin typeface="Microsoft Sans Serif"/>
                <a:cs typeface="Microsoft Sans Serif"/>
              </a:rPr>
              <a:t> </a:t>
            </a:r>
            <a:r>
              <a:rPr sz="2200" spc="-35" dirty="0">
                <a:solidFill>
                  <a:srgbClr val="292929"/>
                </a:solidFill>
                <a:latin typeface="Microsoft Sans Serif"/>
                <a:cs typeface="Microsoft Sans Serif"/>
              </a:rPr>
              <a:t>drone</a:t>
            </a:r>
            <a:r>
              <a:rPr sz="2200" spc="80" dirty="0">
                <a:solidFill>
                  <a:srgbClr val="292929"/>
                </a:solidFill>
                <a:latin typeface="Microsoft Sans Serif"/>
                <a:cs typeface="Microsoft Sans Serif"/>
              </a:rPr>
              <a:t> </a:t>
            </a:r>
            <a:r>
              <a:rPr sz="2200" spc="-50" dirty="0">
                <a:solidFill>
                  <a:srgbClr val="292929"/>
                </a:solidFill>
                <a:latin typeface="Microsoft Sans Serif"/>
                <a:cs typeface="Microsoft Sans Serif"/>
              </a:rPr>
              <a:t>ship</a:t>
            </a:r>
            <a:r>
              <a:rPr sz="2200" spc="8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80" dirty="0">
                <a:solidFill>
                  <a:srgbClr val="292929"/>
                </a:solidFill>
                <a:latin typeface="Microsoft Sans Serif"/>
                <a:cs typeface="Microsoft Sans Serif"/>
              </a:rPr>
              <a:t> </a:t>
            </a:r>
            <a:r>
              <a:rPr sz="2200" spc="-70" dirty="0">
                <a:solidFill>
                  <a:srgbClr val="292929"/>
                </a:solidFill>
                <a:latin typeface="Microsoft Sans Serif"/>
                <a:cs typeface="Microsoft Sans Serif"/>
              </a:rPr>
              <a:t>had</a:t>
            </a:r>
            <a:r>
              <a:rPr sz="2200" spc="75" dirty="0">
                <a:solidFill>
                  <a:srgbClr val="292929"/>
                </a:solidFill>
                <a:latin typeface="Microsoft Sans Serif"/>
                <a:cs typeface="Microsoft Sans Serif"/>
              </a:rPr>
              <a:t> </a:t>
            </a:r>
            <a:r>
              <a:rPr sz="2200" spc="-50" dirty="0">
                <a:solidFill>
                  <a:srgbClr val="292929"/>
                </a:solidFill>
                <a:latin typeface="Microsoft Sans Serif"/>
                <a:cs typeface="Microsoft Sans Serif"/>
              </a:rPr>
              <a:t>payload</a:t>
            </a:r>
            <a:r>
              <a:rPr sz="2200" spc="80" dirty="0">
                <a:solidFill>
                  <a:srgbClr val="292929"/>
                </a:solidFill>
                <a:latin typeface="Microsoft Sans Serif"/>
                <a:cs typeface="Microsoft Sans Serif"/>
              </a:rPr>
              <a:t> </a:t>
            </a:r>
            <a:r>
              <a:rPr sz="2200" spc="-135" dirty="0">
                <a:solidFill>
                  <a:srgbClr val="292929"/>
                </a:solidFill>
                <a:latin typeface="Microsoft Sans Serif"/>
                <a:cs typeface="Microsoft Sans Serif"/>
              </a:rPr>
              <a:t>mass </a:t>
            </a:r>
            <a:r>
              <a:rPr sz="2200" spc="-570" dirty="0">
                <a:solidFill>
                  <a:srgbClr val="292929"/>
                </a:solidFill>
                <a:latin typeface="Microsoft Sans Serif"/>
                <a:cs typeface="Microsoft Sans Serif"/>
              </a:rPr>
              <a:t> </a:t>
            </a:r>
            <a:r>
              <a:rPr sz="2200" spc="-35" dirty="0">
                <a:solidFill>
                  <a:srgbClr val="292929"/>
                </a:solidFill>
                <a:latin typeface="Microsoft Sans Serif"/>
                <a:cs typeface="Microsoft Sans Serif"/>
              </a:rPr>
              <a:t>greater</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than</a:t>
            </a:r>
            <a:r>
              <a:rPr sz="2200" spc="45" dirty="0">
                <a:solidFill>
                  <a:srgbClr val="292929"/>
                </a:solidFill>
                <a:latin typeface="Microsoft Sans Serif"/>
                <a:cs typeface="Microsoft Sans Serif"/>
              </a:rPr>
              <a:t> </a:t>
            </a:r>
            <a:r>
              <a:rPr sz="2200" spc="95" dirty="0">
                <a:solidFill>
                  <a:srgbClr val="292929"/>
                </a:solidFill>
                <a:latin typeface="Microsoft Sans Serif"/>
                <a:cs typeface="Microsoft Sans Serif"/>
              </a:rPr>
              <a:t>4000</a:t>
            </a:r>
            <a:r>
              <a:rPr sz="2200" spc="100" dirty="0">
                <a:solidFill>
                  <a:srgbClr val="292929"/>
                </a:solidFill>
                <a:latin typeface="Microsoft Sans Serif"/>
                <a:cs typeface="Microsoft Sans Serif"/>
              </a:rPr>
              <a:t> </a:t>
            </a:r>
            <a:r>
              <a:rPr sz="2200" spc="15" dirty="0">
                <a:solidFill>
                  <a:srgbClr val="292929"/>
                </a:solidFill>
                <a:latin typeface="Microsoft Sans Serif"/>
                <a:cs typeface="Microsoft Sans Serif"/>
              </a:rPr>
              <a:t>but</a:t>
            </a:r>
            <a:r>
              <a:rPr sz="2200" spc="60" dirty="0">
                <a:solidFill>
                  <a:srgbClr val="292929"/>
                </a:solidFill>
                <a:latin typeface="Microsoft Sans Serif"/>
                <a:cs typeface="Microsoft Sans Serif"/>
              </a:rPr>
              <a:t> </a:t>
            </a:r>
            <a:r>
              <a:rPr sz="2200" spc="-95" dirty="0">
                <a:solidFill>
                  <a:srgbClr val="292929"/>
                </a:solidFill>
                <a:latin typeface="Microsoft Sans Serif"/>
                <a:cs typeface="Microsoft Sans Serif"/>
              </a:rPr>
              <a:t>less</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than</a:t>
            </a:r>
            <a:r>
              <a:rPr sz="2200" spc="65" dirty="0">
                <a:solidFill>
                  <a:srgbClr val="292929"/>
                </a:solidFill>
                <a:latin typeface="Microsoft Sans Serif"/>
                <a:cs typeface="Microsoft Sans Serif"/>
              </a:rPr>
              <a:t> </a:t>
            </a:r>
            <a:r>
              <a:rPr sz="2200" spc="95" dirty="0">
                <a:solidFill>
                  <a:srgbClr val="292929"/>
                </a:solidFill>
                <a:latin typeface="Microsoft Sans Serif"/>
                <a:cs typeface="Microsoft Sans Serif"/>
              </a:rPr>
              <a:t>6000</a:t>
            </a:r>
            <a:endParaRPr sz="2200" dirty="0">
              <a:latin typeface="Microsoft Sans Serif"/>
              <a:cs typeface="Microsoft Sans Serif"/>
            </a:endParaRPr>
          </a:p>
        </p:txBody>
      </p:sp>
      <p:sp>
        <p:nvSpPr>
          <p:cNvPr id="3" name="object 3">
            <a:extLst>
              <a:ext uri="{FF2B5EF4-FFF2-40B4-BE49-F238E27FC236}">
                <a16:creationId xmlns:a16="http://schemas.microsoft.com/office/drawing/2014/main" id="{E543A40E-61CF-C8C6-242A-F3006EB56D15}"/>
              </a:ext>
            </a:extLst>
          </p:cNvPr>
          <p:cNvSpPr txBox="1"/>
          <p:nvPr/>
        </p:nvSpPr>
        <p:spPr>
          <a:xfrm>
            <a:off x="848994" y="5256783"/>
            <a:ext cx="9419590" cy="696595"/>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2200" spc="-70" dirty="0">
                <a:solidFill>
                  <a:srgbClr val="292929"/>
                </a:solidFill>
                <a:latin typeface="Microsoft Sans Serif"/>
                <a:cs typeface="Microsoft Sans Serif"/>
              </a:rPr>
              <a:t>Selecting</a:t>
            </a:r>
            <a:r>
              <a:rPr sz="2200" spc="100" dirty="0">
                <a:solidFill>
                  <a:srgbClr val="292929"/>
                </a:solidFill>
                <a:latin typeface="Microsoft Sans Serif"/>
                <a:cs typeface="Microsoft Sans Serif"/>
              </a:rPr>
              <a:t> </a:t>
            </a:r>
            <a:r>
              <a:rPr sz="2200" spc="-15" dirty="0">
                <a:solidFill>
                  <a:srgbClr val="292929"/>
                </a:solidFill>
                <a:latin typeface="Microsoft Sans Serif"/>
                <a:cs typeface="Microsoft Sans Serif"/>
              </a:rPr>
              <a:t>distinct</a:t>
            </a:r>
            <a:r>
              <a:rPr sz="2200" spc="90" dirty="0">
                <a:solidFill>
                  <a:srgbClr val="292929"/>
                </a:solidFill>
                <a:latin typeface="Microsoft Sans Serif"/>
                <a:cs typeface="Microsoft Sans Serif"/>
              </a:rPr>
              <a:t> </a:t>
            </a:r>
            <a:r>
              <a:rPr sz="2200" spc="-20" dirty="0">
                <a:solidFill>
                  <a:srgbClr val="292929"/>
                </a:solidFill>
                <a:latin typeface="Microsoft Sans Serif"/>
                <a:cs typeface="Microsoft Sans Serif"/>
              </a:rPr>
              <a:t>booster</a:t>
            </a:r>
            <a:r>
              <a:rPr sz="2200" spc="65" dirty="0">
                <a:solidFill>
                  <a:srgbClr val="292929"/>
                </a:solidFill>
                <a:latin typeface="Microsoft Sans Serif"/>
                <a:cs typeface="Microsoft Sans Serif"/>
              </a:rPr>
              <a:t> </a:t>
            </a:r>
            <a:r>
              <a:rPr sz="2200" spc="-65" dirty="0">
                <a:solidFill>
                  <a:srgbClr val="292929"/>
                </a:solidFill>
                <a:latin typeface="Microsoft Sans Serif"/>
                <a:cs typeface="Microsoft Sans Serif"/>
              </a:rPr>
              <a:t>versions</a:t>
            </a:r>
            <a:r>
              <a:rPr sz="2200" spc="80" dirty="0">
                <a:solidFill>
                  <a:srgbClr val="292929"/>
                </a:solidFill>
                <a:latin typeface="Microsoft Sans Serif"/>
                <a:cs typeface="Microsoft Sans Serif"/>
              </a:rPr>
              <a:t> </a:t>
            </a:r>
            <a:r>
              <a:rPr sz="2200" spc="-55" dirty="0">
                <a:solidFill>
                  <a:srgbClr val="292929"/>
                </a:solidFill>
                <a:latin typeface="Microsoft Sans Serif"/>
                <a:cs typeface="Microsoft Sans Serif"/>
              </a:rPr>
              <a:t>according</a:t>
            </a:r>
            <a:r>
              <a:rPr sz="2200" spc="90"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9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60" dirty="0">
                <a:solidFill>
                  <a:srgbClr val="292929"/>
                </a:solidFill>
                <a:latin typeface="Microsoft Sans Serif"/>
                <a:cs typeface="Microsoft Sans Serif"/>
              </a:rPr>
              <a:t> </a:t>
            </a:r>
            <a:r>
              <a:rPr sz="2200" spc="-15" dirty="0">
                <a:solidFill>
                  <a:srgbClr val="292929"/>
                </a:solidFill>
                <a:latin typeface="Microsoft Sans Serif"/>
                <a:cs typeface="Microsoft Sans Serif"/>
              </a:rPr>
              <a:t>filters</a:t>
            </a:r>
            <a:r>
              <a:rPr sz="2200" spc="95" dirty="0">
                <a:solidFill>
                  <a:srgbClr val="292929"/>
                </a:solidFill>
                <a:latin typeface="Microsoft Sans Serif"/>
                <a:cs typeface="Microsoft Sans Serif"/>
              </a:rPr>
              <a:t> </a:t>
            </a:r>
            <a:r>
              <a:rPr sz="2200" spc="-75" dirty="0">
                <a:solidFill>
                  <a:srgbClr val="292929"/>
                </a:solidFill>
                <a:latin typeface="Microsoft Sans Serif"/>
                <a:cs typeface="Microsoft Sans Serif"/>
              </a:rPr>
              <a:t>above,</a:t>
            </a:r>
            <a:r>
              <a:rPr sz="2200" spc="60" dirty="0">
                <a:solidFill>
                  <a:srgbClr val="292929"/>
                </a:solidFill>
                <a:latin typeface="Microsoft Sans Serif"/>
                <a:cs typeface="Microsoft Sans Serif"/>
              </a:rPr>
              <a:t> </a:t>
            </a:r>
            <a:r>
              <a:rPr sz="2200" spc="-70" dirty="0">
                <a:solidFill>
                  <a:srgbClr val="292929"/>
                </a:solidFill>
                <a:latin typeface="Microsoft Sans Serif"/>
                <a:cs typeface="Microsoft Sans Serif"/>
              </a:rPr>
              <a:t>these</a:t>
            </a:r>
            <a:r>
              <a:rPr sz="2200" spc="80" dirty="0">
                <a:solidFill>
                  <a:srgbClr val="292929"/>
                </a:solidFill>
                <a:latin typeface="Microsoft Sans Serif"/>
                <a:cs typeface="Microsoft Sans Serif"/>
              </a:rPr>
              <a:t> </a:t>
            </a:r>
            <a:r>
              <a:rPr sz="2200" spc="105" dirty="0">
                <a:solidFill>
                  <a:srgbClr val="292929"/>
                </a:solidFill>
                <a:latin typeface="Microsoft Sans Serif"/>
                <a:cs typeface="Microsoft Sans Serif"/>
              </a:rPr>
              <a:t>4</a:t>
            </a:r>
            <a:r>
              <a:rPr sz="2200" spc="80" dirty="0">
                <a:solidFill>
                  <a:srgbClr val="292929"/>
                </a:solidFill>
                <a:latin typeface="Microsoft Sans Serif"/>
                <a:cs typeface="Microsoft Sans Serif"/>
              </a:rPr>
              <a:t> </a:t>
            </a:r>
            <a:r>
              <a:rPr sz="2200" spc="-90" dirty="0">
                <a:solidFill>
                  <a:srgbClr val="292929"/>
                </a:solidFill>
                <a:latin typeface="Microsoft Sans Serif"/>
                <a:cs typeface="Microsoft Sans Serif"/>
              </a:rPr>
              <a:t>are </a:t>
            </a:r>
            <a:r>
              <a:rPr sz="2200" spc="-57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result.</a:t>
            </a:r>
            <a:endParaRPr sz="2200">
              <a:latin typeface="Microsoft Sans Serif"/>
              <a:cs typeface="Microsoft Sans Serif"/>
            </a:endParaRPr>
          </a:p>
        </p:txBody>
      </p:sp>
      <p:graphicFrame>
        <p:nvGraphicFramePr>
          <p:cNvPr id="6" name="object 5">
            <a:extLst>
              <a:ext uri="{FF2B5EF4-FFF2-40B4-BE49-F238E27FC236}">
                <a16:creationId xmlns:a16="http://schemas.microsoft.com/office/drawing/2014/main" id="{BA74A60C-3065-E5DB-EBC8-3130ABA510F9}"/>
              </a:ext>
            </a:extLst>
          </p:cNvPr>
          <p:cNvGraphicFramePr>
            <a:graphicFrameLocks noGrp="1"/>
          </p:cNvGraphicFramePr>
          <p:nvPr/>
        </p:nvGraphicFramePr>
        <p:xfrm>
          <a:off x="1317752" y="2825114"/>
          <a:ext cx="2215515" cy="1854196"/>
        </p:xfrm>
        <a:graphic>
          <a:graphicData uri="http://schemas.openxmlformats.org/drawingml/2006/table">
            <a:tbl>
              <a:tblPr firstRow="1" bandRow="1">
                <a:tableStyleId>{2D5ABB26-0587-4C30-8999-92F81FD0307C}</a:tableStyleId>
              </a:tblPr>
              <a:tblGrid>
                <a:gridCol w="2215515">
                  <a:extLst>
                    <a:ext uri="{9D8B030D-6E8A-4147-A177-3AD203B41FA5}">
                      <a16:colId xmlns:a16="http://schemas.microsoft.com/office/drawing/2014/main" val="20000"/>
                    </a:ext>
                  </a:extLst>
                </a:gridCol>
              </a:tblGrid>
              <a:tr h="370839">
                <a:tc>
                  <a:txBody>
                    <a:bodyPr/>
                    <a:lstStyle/>
                    <a:p>
                      <a:pPr marL="91440">
                        <a:lnSpc>
                          <a:spcPct val="100000"/>
                        </a:lnSpc>
                        <a:spcBef>
                          <a:spcPts val="270"/>
                        </a:spcBef>
                      </a:pPr>
                      <a:r>
                        <a:rPr sz="1800" b="1" spc="-15" dirty="0">
                          <a:solidFill>
                            <a:srgbClr val="FFFFFF"/>
                          </a:solidFill>
                          <a:latin typeface="Calibri"/>
                          <a:cs typeface="Calibri"/>
                        </a:rPr>
                        <a:t>Booster</a:t>
                      </a:r>
                      <a:r>
                        <a:rPr sz="1800" b="1" spc="-10" dirty="0">
                          <a:solidFill>
                            <a:srgbClr val="FFFFFF"/>
                          </a:solidFill>
                          <a:latin typeface="Calibri"/>
                          <a:cs typeface="Calibri"/>
                        </a:rPr>
                        <a:t> </a:t>
                      </a:r>
                      <a:r>
                        <a:rPr sz="1800" b="1" spc="-25" dirty="0">
                          <a:solidFill>
                            <a:srgbClr val="FFFFFF"/>
                          </a:solidFill>
                          <a:latin typeface="Calibri"/>
                          <a:cs typeface="Calibri"/>
                        </a:rPr>
                        <a:t>Version</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40">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spc="-5" dirty="0">
                          <a:latin typeface="Calibri"/>
                          <a:cs typeface="Calibri"/>
                        </a:rPr>
                        <a:t>FT</a:t>
                      </a:r>
                      <a:r>
                        <a:rPr sz="1800" spc="-30" dirty="0">
                          <a:latin typeface="Calibri"/>
                          <a:cs typeface="Calibri"/>
                        </a:rPr>
                        <a:t> </a:t>
                      </a:r>
                      <a:r>
                        <a:rPr sz="1800" dirty="0">
                          <a:latin typeface="Calibri"/>
                          <a:cs typeface="Calibri"/>
                        </a:rPr>
                        <a:t>B1021.2</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39">
                <a:tc>
                  <a:txBody>
                    <a:bodyPr/>
                    <a:lstStyle/>
                    <a:p>
                      <a:pPr marL="91440">
                        <a:lnSpc>
                          <a:spcPct val="100000"/>
                        </a:lnSpc>
                        <a:spcBef>
                          <a:spcPts val="270"/>
                        </a:spcBef>
                      </a:pPr>
                      <a:r>
                        <a:rPr sz="1800" spc="-5" dirty="0">
                          <a:latin typeface="Calibri"/>
                          <a:cs typeface="Calibri"/>
                        </a:rPr>
                        <a:t>F9 FT</a:t>
                      </a:r>
                      <a:r>
                        <a:rPr sz="1800" spc="-25" dirty="0">
                          <a:latin typeface="Calibri"/>
                          <a:cs typeface="Calibri"/>
                        </a:rPr>
                        <a:t> </a:t>
                      </a:r>
                      <a:r>
                        <a:rPr sz="1800" spc="-5" dirty="0">
                          <a:latin typeface="Calibri"/>
                          <a:cs typeface="Calibri"/>
                        </a:rPr>
                        <a:t>B1031.2</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39">
                <a:tc>
                  <a:txBody>
                    <a:bodyPr/>
                    <a:lstStyle/>
                    <a:p>
                      <a:pPr marL="91440">
                        <a:lnSpc>
                          <a:spcPct val="100000"/>
                        </a:lnSpc>
                        <a:spcBef>
                          <a:spcPts val="270"/>
                        </a:spcBef>
                      </a:pPr>
                      <a:r>
                        <a:rPr sz="1800" spc="-5" dirty="0">
                          <a:latin typeface="Calibri"/>
                          <a:cs typeface="Calibri"/>
                        </a:rPr>
                        <a:t>F9</a:t>
                      </a:r>
                      <a:r>
                        <a:rPr sz="1800" spc="-15" dirty="0">
                          <a:latin typeface="Calibri"/>
                          <a:cs typeface="Calibri"/>
                        </a:rPr>
                        <a:t> </a:t>
                      </a:r>
                      <a:r>
                        <a:rPr sz="1800" spc="-5" dirty="0">
                          <a:latin typeface="Calibri"/>
                          <a:cs typeface="Calibri"/>
                        </a:rPr>
                        <a:t>FT</a:t>
                      </a:r>
                      <a:r>
                        <a:rPr sz="1800" spc="-25" dirty="0">
                          <a:latin typeface="Calibri"/>
                          <a:cs typeface="Calibri"/>
                        </a:rPr>
                        <a:t> </a:t>
                      </a:r>
                      <a:r>
                        <a:rPr sz="1800" dirty="0">
                          <a:latin typeface="Calibri"/>
                          <a:cs typeface="Calibri"/>
                        </a:rPr>
                        <a:t>B1022</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39">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spc="-5" dirty="0">
                          <a:latin typeface="Calibri"/>
                          <a:cs typeface="Calibri"/>
                        </a:rPr>
                        <a:t>FT</a:t>
                      </a:r>
                      <a:r>
                        <a:rPr sz="1800" spc="-25" dirty="0">
                          <a:latin typeface="Calibri"/>
                          <a:cs typeface="Calibri"/>
                        </a:rPr>
                        <a:t> </a:t>
                      </a:r>
                      <a:r>
                        <a:rPr sz="1800" spc="-5" dirty="0">
                          <a:latin typeface="Calibri"/>
                          <a:cs typeface="Calibri"/>
                        </a:rPr>
                        <a:t>B1026</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39399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sp>
        <p:nvSpPr>
          <p:cNvPr id="2" name="object 2">
            <a:extLst>
              <a:ext uri="{FF2B5EF4-FFF2-40B4-BE49-F238E27FC236}">
                <a16:creationId xmlns:a16="http://schemas.microsoft.com/office/drawing/2014/main" id="{55B2577A-DB72-4FE2-045F-F442B4C7A057}"/>
              </a:ext>
            </a:extLst>
          </p:cNvPr>
          <p:cNvSpPr txBox="1"/>
          <p:nvPr/>
        </p:nvSpPr>
        <p:spPr>
          <a:xfrm>
            <a:off x="848994" y="1841880"/>
            <a:ext cx="6406515"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70" dirty="0">
                <a:solidFill>
                  <a:srgbClr val="292929"/>
                </a:solidFill>
                <a:latin typeface="Microsoft Sans Serif"/>
                <a:cs typeface="Microsoft Sans Serif"/>
              </a:rPr>
              <a:t>Number</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60"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8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failure</a:t>
            </a:r>
            <a:r>
              <a:rPr sz="2200" spc="80" dirty="0">
                <a:solidFill>
                  <a:srgbClr val="292929"/>
                </a:solidFill>
                <a:latin typeface="Microsoft Sans Serif"/>
                <a:cs typeface="Microsoft Sans Serif"/>
              </a:rPr>
              <a:t> </a:t>
            </a:r>
            <a:r>
              <a:rPr sz="2200" spc="-65" dirty="0">
                <a:solidFill>
                  <a:srgbClr val="292929"/>
                </a:solidFill>
                <a:latin typeface="Microsoft Sans Serif"/>
                <a:cs typeface="Microsoft Sans Serif"/>
              </a:rPr>
              <a:t>mission</a:t>
            </a:r>
            <a:r>
              <a:rPr sz="2200" spc="75" dirty="0">
                <a:solidFill>
                  <a:srgbClr val="292929"/>
                </a:solidFill>
                <a:latin typeface="Microsoft Sans Serif"/>
                <a:cs typeface="Microsoft Sans Serif"/>
              </a:rPr>
              <a:t> </a:t>
            </a:r>
            <a:r>
              <a:rPr sz="2200" spc="-70" dirty="0">
                <a:solidFill>
                  <a:srgbClr val="292929"/>
                </a:solidFill>
                <a:latin typeface="Microsoft Sans Serif"/>
                <a:cs typeface="Microsoft Sans Serif"/>
              </a:rPr>
              <a:t>outcomes:</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1FF96320-D804-0355-1EC5-C5AD6DBDE2E9}"/>
              </a:ext>
            </a:extLst>
          </p:cNvPr>
          <p:cNvSpPr txBox="1"/>
          <p:nvPr/>
        </p:nvSpPr>
        <p:spPr>
          <a:xfrm>
            <a:off x="848994" y="4408170"/>
            <a:ext cx="9153525" cy="695960"/>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2200" spc="-50" dirty="0">
                <a:solidFill>
                  <a:srgbClr val="292929"/>
                </a:solidFill>
                <a:latin typeface="Microsoft Sans Serif"/>
                <a:cs typeface="Microsoft Sans Serif"/>
              </a:rPr>
              <a:t>Grouping</a:t>
            </a:r>
            <a:r>
              <a:rPr sz="2200" spc="85" dirty="0">
                <a:solidFill>
                  <a:srgbClr val="292929"/>
                </a:solidFill>
                <a:latin typeface="Microsoft Sans Serif"/>
                <a:cs typeface="Microsoft Sans Serif"/>
              </a:rPr>
              <a:t> </a:t>
            </a:r>
            <a:r>
              <a:rPr sz="2200" spc="-65" dirty="0">
                <a:solidFill>
                  <a:srgbClr val="292929"/>
                </a:solidFill>
                <a:latin typeface="Microsoft Sans Serif"/>
                <a:cs typeface="Microsoft Sans Serif"/>
              </a:rPr>
              <a:t>mission</a:t>
            </a:r>
            <a:r>
              <a:rPr sz="2200" spc="80" dirty="0">
                <a:solidFill>
                  <a:srgbClr val="292929"/>
                </a:solidFill>
                <a:latin typeface="Microsoft Sans Serif"/>
                <a:cs typeface="Microsoft Sans Serif"/>
              </a:rPr>
              <a:t> </a:t>
            </a:r>
            <a:r>
              <a:rPr sz="2200" spc="-65" dirty="0">
                <a:solidFill>
                  <a:srgbClr val="292929"/>
                </a:solidFill>
                <a:latin typeface="Microsoft Sans Serif"/>
                <a:cs typeface="Microsoft Sans Serif"/>
              </a:rPr>
              <a:t>outcomes</a:t>
            </a:r>
            <a:r>
              <a:rPr sz="2200" spc="6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counting</a:t>
            </a:r>
            <a:r>
              <a:rPr sz="2200" spc="90" dirty="0">
                <a:solidFill>
                  <a:srgbClr val="292929"/>
                </a:solidFill>
                <a:latin typeface="Microsoft Sans Serif"/>
                <a:cs typeface="Microsoft Sans Serif"/>
              </a:rPr>
              <a:t> </a:t>
            </a:r>
            <a:r>
              <a:rPr sz="2200" spc="-55" dirty="0">
                <a:solidFill>
                  <a:srgbClr val="292929"/>
                </a:solidFill>
                <a:latin typeface="Microsoft Sans Serif"/>
                <a:cs typeface="Microsoft Sans Serif"/>
              </a:rPr>
              <a:t>records</a:t>
            </a:r>
            <a:r>
              <a:rPr sz="2200" spc="75" dirty="0">
                <a:solidFill>
                  <a:srgbClr val="292929"/>
                </a:solidFill>
                <a:latin typeface="Microsoft Sans Serif"/>
                <a:cs typeface="Microsoft Sans Serif"/>
              </a:rPr>
              <a:t> </a:t>
            </a:r>
            <a:r>
              <a:rPr sz="2200" spc="5" dirty="0">
                <a:solidFill>
                  <a:srgbClr val="292929"/>
                </a:solidFill>
                <a:latin typeface="Microsoft Sans Serif"/>
                <a:cs typeface="Microsoft Sans Serif"/>
              </a:rPr>
              <a:t>for</a:t>
            </a:r>
            <a:r>
              <a:rPr sz="2200" spc="85" dirty="0">
                <a:solidFill>
                  <a:srgbClr val="292929"/>
                </a:solidFill>
                <a:latin typeface="Microsoft Sans Serif"/>
                <a:cs typeface="Microsoft Sans Serif"/>
              </a:rPr>
              <a:t> </a:t>
            </a:r>
            <a:r>
              <a:rPr sz="2200" spc="-120" dirty="0">
                <a:solidFill>
                  <a:srgbClr val="292929"/>
                </a:solidFill>
                <a:latin typeface="Microsoft Sans Serif"/>
                <a:cs typeface="Microsoft Sans Serif"/>
              </a:rPr>
              <a:t>each</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group</a:t>
            </a:r>
            <a:r>
              <a:rPr sz="2200" spc="90" dirty="0">
                <a:solidFill>
                  <a:srgbClr val="292929"/>
                </a:solidFill>
                <a:latin typeface="Microsoft Sans Serif"/>
                <a:cs typeface="Microsoft Sans Serif"/>
              </a:rPr>
              <a:t> </a:t>
            </a:r>
            <a:r>
              <a:rPr sz="2200" spc="-35" dirty="0">
                <a:solidFill>
                  <a:srgbClr val="292929"/>
                </a:solidFill>
                <a:latin typeface="Microsoft Sans Serif"/>
                <a:cs typeface="Microsoft Sans Serif"/>
              </a:rPr>
              <a:t>led</a:t>
            </a:r>
            <a:r>
              <a:rPr sz="2200" spc="90" dirty="0">
                <a:solidFill>
                  <a:srgbClr val="292929"/>
                </a:solidFill>
                <a:latin typeface="Microsoft Sans Serif"/>
                <a:cs typeface="Microsoft Sans Serif"/>
              </a:rPr>
              <a:t> </a:t>
            </a:r>
            <a:r>
              <a:rPr sz="2200" spc="-105" dirty="0">
                <a:solidFill>
                  <a:srgbClr val="292929"/>
                </a:solidFill>
                <a:latin typeface="Microsoft Sans Serif"/>
                <a:cs typeface="Microsoft Sans Serif"/>
              </a:rPr>
              <a:t>us</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 </a:t>
            </a:r>
            <a:r>
              <a:rPr sz="2200" spc="-57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5" dirty="0">
                <a:solidFill>
                  <a:srgbClr val="292929"/>
                </a:solidFill>
                <a:latin typeface="Microsoft Sans Serif"/>
                <a:cs typeface="Microsoft Sans Serif"/>
              </a:rPr>
              <a:t> </a:t>
            </a:r>
            <a:r>
              <a:rPr sz="2200" spc="-95" dirty="0">
                <a:solidFill>
                  <a:srgbClr val="292929"/>
                </a:solidFill>
                <a:latin typeface="Microsoft Sans Serif"/>
                <a:cs typeface="Microsoft Sans Serif"/>
              </a:rPr>
              <a:t>summary</a:t>
            </a:r>
            <a:r>
              <a:rPr sz="2200" spc="70" dirty="0">
                <a:solidFill>
                  <a:srgbClr val="292929"/>
                </a:solidFill>
                <a:latin typeface="Microsoft Sans Serif"/>
                <a:cs typeface="Microsoft Sans Serif"/>
              </a:rPr>
              <a:t> </a:t>
            </a:r>
            <a:r>
              <a:rPr sz="2200" spc="-75" dirty="0">
                <a:solidFill>
                  <a:srgbClr val="292929"/>
                </a:solidFill>
                <a:latin typeface="Microsoft Sans Serif"/>
                <a:cs typeface="Microsoft Sans Serif"/>
              </a:rPr>
              <a:t>above.</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C4BD5C82-5169-5B76-D439-30F0634FDED6}"/>
              </a:ext>
            </a:extLst>
          </p:cNvPr>
          <p:cNvGraphicFramePr>
            <a:graphicFrameLocks noGrp="1"/>
          </p:cNvGraphicFramePr>
          <p:nvPr/>
        </p:nvGraphicFramePr>
        <p:xfrm>
          <a:off x="1248905" y="2511551"/>
          <a:ext cx="5499099" cy="1483357"/>
        </p:xfrm>
        <a:graphic>
          <a:graphicData uri="http://schemas.openxmlformats.org/drawingml/2006/table">
            <a:tbl>
              <a:tblPr firstRow="1" bandRow="1">
                <a:tableStyleId>{2D5ABB26-0587-4C30-8999-92F81FD0307C}</a:tableStyleId>
              </a:tblPr>
              <a:tblGrid>
                <a:gridCol w="3621404">
                  <a:extLst>
                    <a:ext uri="{9D8B030D-6E8A-4147-A177-3AD203B41FA5}">
                      <a16:colId xmlns:a16="http://schemas.microsoft.com/office/drawing/2014/main" val="20000"/>
                    </a:ext>
                  </a:extLst>
                </a:gridCol>
                <a:gridCol w="1877695">
                  <a:extLst>
                    <a:ext uri="{9D8B030D-6E8A-4147-A177-3AD203B41FA5}">
                      <a16:colId xmlns:a16="http://schemas.microsoft.com/office/drawing/2014/main" val="20001"/>
                    </a:ext>
                  </a:extLst>
                </a:gridCol>
              </a:tblGrid>
              <a:tr h="370839">
                <a:tc>
                  <a:txBody>
                    <a:bodyPr/>
                    <a:lstStyle/>
                    <a:p>
                      <a:pPr marL="91440">
                        <a:lnSpc>
                          <a:spcPct val="100000"/>
                        </a:lnSpc>
                        <a:spcBef>
                          <a:spcPts val="270"/>
                        </a:spcBef>
                      </a:pPr>
                      <a:r>
                        <a:rPr sz="1800" b="1" dirty="0">
                          <a:solidFill>
                            <a:srgbClr val="FFFFFF"/>
                          </a:solidFill>
                          <a:latin typeface="Calibri"/>
                          <a:cs typeface="Calibri"/>
                        </a:rPr>
                        <a:t>Mission</a:t>
                      </a:r>
                      <a:r>
                        <a:rPr sz="1800" b="1" spc="-60" dirty="0">
                          <a:solidFill>
                            <a:srgbClr val="FFFFFF"/>
                          </a:solidFill>
                          <a:latin typeface="Calibri"/>
                          <a:cs typeface="Calibri"/>
                        </a:rPr>
                        <a:t> </a:t>
                      </a:r>
                      <a:r>
                        <a:rPr sz="1800" b="1" spc="-10" dirty="0">
                          <a:solidFill>
                            <a:srgbClr val="FFFFFF"/>
                          </a:solidFill>
                          <a:latin typeface="Calibri"/>
                          <a:cs typeface="Calibri"/>
                        </a:rPr>
                        <a:t>Outcome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gn="ctr">
                        <a:lnSpc>
                          <a:spcPct val="100000"/>
                        </a:lnSpc>
                        <a:spcBef>
                          <a:spcPts val="270"/>
                        </a:spcBef>
                      </a:pPr>
                      <a:r>
                        <a:rPr sz="1800" b="1" spc="-10" dirty="0">
                          <a:solidFill>
                            <a:srgbClr val="FFFFFF"/>
                          </a:solidFill>
                          <a:latin typeface="Calibri"/>
                          <a:cs typeface="Calibri"/>
                        </a:rPr>
                        <a:t>Occurrences</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40">
                <a:tc>
                  <a:txBody>
                    <a:bodyPr/>
                    <a:lstStyle/>
                    <a:p>
                      <a:pPr marL="91440">
                        <a:lnSpc>
                          <a:spcPct val="100000"/>
                        </a:lnSpc>
                        <a:spcBef>
                          <a:spcPts val="265"/>
                        </a:spcBef>
                      </a:pPr>
                      <a:r>
                        <a:rPr sz="1800" spc="-5" dirty="0">
                          <a:latin typeface="Calibri"/>
                          <a:cs typeface="Calibri"/>
                        </a:rPr>
                        <a:t>Success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65"/>
                        </a:spcBef>
                      </a:pPr>
                      <a:r>
                        <a:rPr sz="1800" spc="5" dirty="0">
                          <a:latin typeface="Calibri"/>
                          <a:cs typeface="Calibri"/>
                        </a:rPr>
                        <a:t>99</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39">
                <a:tc>
                  <a:txBody>
                    <a:bodyPr/>
                    <a:lstStyle/>
                    <a:p>
                      <a:pPr marL="91440">
                        <a:lnSpc>
                          <a:spcPct val="100000"/>
                        </a:lnSpc>
                        <a:spcBef>
                          <a:spcPts val="270"/>
                        </a:spcBef>
                      </a:pPr>
                      <a:r>
                        <a:rPr sz="1800" spc="-5" dirty="0">
                          <a:latin typeface="Calibri"/>
                          <a:cs typeface="Calibri"/>
                        </a:rPr>
                        <a:t>Success</a:t>
                      </a:r>
                      <a:r>
                        <a:rPr sz="1800" spc="25" dirty="0">
                          <a:latin typeface="Calibri"/>
                          <a:cs typeface="Calibri"/>
                        </a:rPr>
                        <a:t> </a:t>
                      </a:r>
                      <a:r>
                        <a:rPr sz="1800" spc="-10" dirty="0">
                          <a:latin typeface="Calibri"/>
                          <a:cs typeface="Calibri"/>
                        </a:rPr>
                        <a:t>(payload</a:t>
                      </a:r>
                      <a:r>
                        <a:rPr sz="1800" spc="25" dirty="0">
                          <a:latin typeface="Calibri"/>
                          <a:cs typeface="Calibri"/>
                        </a:rPr>
                        <a:t> </a:t>
                      </a:r>
                      <a:r>
                        <a:rPr sz="1800" spc="-15" dirty="0">
                          <a:latin typeface="Calibri"/>
                          <a:cs typeface="Calibri"/>
                        </a:rPr>
                        <a:t>status</a:t>
                      </a:r>
                      <a:r>
                        <a:rPr sz="1800" dirty="0">
                          <a:latin typeface="Calibri"/>
                          <a:cs typeface="Calibri"/>
                        </a:rPr>
                        <a:t> </a:t>
                      </a:r>
                      <a:r>
                        <a:rPr sz="1800" spc="-5" dirty="0">
                          <a:latin typeface="Calibri"/>
                          <a:cs typeface="Calibri"/>
                        </a:rPr>
                        <a:t>unclear)</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70"/>
                        </a:spcBef>
                      </a:pPr>
                      <a:r>
                        <a:rPr sz="1800" dirty="0">
                          <a:latin typeface="Calibri"/>
                          <a:cs typeface="Calibri"/>
                        </a:rPr>
                        <a:t>1</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39">
                <a:tc>
                  <a:txBody>
                    <a:bodyPr/>
                    <a:lstStyle/>
                    <a:p>
                      <a:pPr marL="91440">
                        <a:lnSpc>
                          <a:spcPct val="100000"/>
                        </a:lnSpc>
                        <a:spcBef>
                          <a:spcPts val="270"/>
                        </a:spcBef>
                      </a:pPr>
                      <a:r>
                        <a:rPr sz="1800" spc="-10" dirty="0">
                          <a:latin typeface="Calibri"/>
                          <a:cs typeface="Calibri"/>
                        </a:rPr>
                        <a:t>Failure</a:t>
                      </a:r>
                      <a:r>
                        <a:rPr sz="1800" spc="-40" dirty="0">
                          <a:latin typeface="Calibri"/>
                          <a:cs typeface="Calibri"/>
                        </a:rPr>
                        <a:t> </a:t>
                      </a:r>
                      <a:r>
                        <a:rPr sz="1800" spc="-5" dirty="0">
                          <a:latin typeface="Calibri"/>
                          <a:cs typeface="Calibri"/>
                        </a:rPr>
                        <a:t>(in</a:t>
                      </a:r>
                      <a:r>
                        <a:rPr sz="1800" spc="10" dirty="0">
                          <a:latin typeface="Calibri"/>
                          <a:cs typeface="Calibri"/>
                        </a:rPr>
                        <a:t> </a:t>
                      </a:r>
                      <a:r>
                        <a:rPr sz="1800" spc="-10" dirty="0">
                          <a:latin typeface="Calibri"/>
                          <a:cs typeface="Calibri"/>
                        </a:rPr>
                        <a:t>flight)</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70"/>
                        </a:spcBef>
                      </a:pPr>
                      <a:r>
                        <a:rPr sz="1800" dirty="0">
                          <a:latin typeface="Calibri"/>
                          <a:cs typeface="Calibri"/>
                        </a:rPr>
                        <a:t>1</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56972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
        <p:nvSpPr>
          <p:cNvPr id="8" name="object 2">
            <a:extLst>
              <a:ext uri="{FF2B5EF4-FFF2-40B4-BE49-F238E27FC236}">
                <a16:creationId xmlns:a16="http://schemas.microsoft.com/office/drawing/2014/main" id="{1A18BE9E-C38F-2A0F-D08C-EF56FC7D05E2}"/>
              </a:ext>
            </a:extLst>
          </p:cNvPr>
          <p:cNvSpPr txBox="1"/>
          <p:nvPr/>
        </p:nvSpPr>
        <p:spPr>
          <a:xfrm>
            <a:off x="848994" y="1808734"/>
            <a:ext cx="6985000"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55" dirty="0">
                <a:solidFill>
                  <a:srgbClr val="292929"/>
                </a:solidFill>
                <a:latin typeface="Microsoft Sans Serif"/>
                <a:cs typeface="Microsoft Sans Serif"/>
              </a:rPr>
              <a:t>Boosters</a:t>
            </a:r>
            <a:r>
              <a:rPr sz="2200" spc="65" dirty="0">
                <a:solidFill>
                  <a:srgbClr val="292929"/>
                </a:solidFill>
                <a:latin typeface="Microsoft Sans Serif"/>
                <a:cs typeface="Microsoft Sans Serif"/>
              </a:rPr>
              <a:t> </a:t>
            </a:r>
            <a:r>
              <a:rPr sz="2200" spc="-60" dirty="0">
                <a:solidFill>
                  <a:srgbClr val="292929"/>
                </a:solidFill>
                <a:latin typeface="Microsoft Sans Serif"/>
                <a:cs typeface="Microsoft Sans Serif"/>
              </a:rPr>
              <a:t>which</a:t>
            </a:r>
            <a:r>
              <a:rPr sz="2200" spc="60" dirty="0">
                <a:solidFill>
                  <a:srgbClr val="292929"/>
                </a:solidFill>
                <a:latin typeface="Microsoft Sans Serif"/>
                <a:cs typeface="Microsoft Sans Serif"/>
              </a:rPr>
              <a:t> </a:t>
            </a:r>
            <a:r>
              <a:rPr sz="2200" spc="-105" dirty="0">
                <a:solidFill>
                  <a:srgbClr val="292929"/>
                </a:solidFill>
                <a:latin typeface="Microsoft Sans Serif"/>
                <a:cs typeface="Microsoft Sans Serif"/>
              </a:rPr>
              <a:t>have</a:t>
            </a:r>
            <a:r>
              <a:rPr sz="2200" spc="75" dirty="0">
                <a:solidFill>
                  <a:srgbClr val="292929"/>
                </a:solidFill>
                <a:latin typeface="Microsoft Sans Serif"/>
                <a:cs typeface="Microsoft Sans Serif"/>
              </a:rPr>
              <a:t> </a:t>
            </a:r>
            <a:r>
              <a:rPr sz="2200" spc="-50" dirty="0">
                <a:solidFill>
                  <a:srgbClr val="292929"/>
                </a:solidFill>
                <a:latin typeface="Microsoft Sans Serif"/>
                <a:cs typeface="Microsoft Sans Serif"/>
              </a:rPr>
              <a:t>carried</a:t>
            </a:r>
            <a:r>
              <a:rPr sz="2200" spc="9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50" dirty="0">
                <a:solidFill>
                  <a:srgbClr val="292929"/>
                </a:solidFill>
                <a:latin typeface="Microsoft Sans Serif"/>
                <a:cs typeface="Microsoft Sans Serif"/>
              </a:rPr>
              <a:t> </a:t>
            </a:r>
            <a:r>
              <a:rPr sz="2200" spc="-95" dirty="0">
                <a:solidFill>
                  <a:srgbClr val="292929"/>
                </a:solidFill>
                <a:latin typeface="Microsoft Sans Serif"/>
                <a:cs typeface="Microsoft Sans Serif"/>
              </a:rPr>
              <a:t>maximum</a:t>
            </a:r>
            <a:r>
              <a:rPr sz="2200" spc="70" dirty="0">
                <a:solidFill>
                  <a:srgbClr val="292929"/>
                </a:solidFill>
                <a:latin typeface="Microsoft Sans Serif"/>
                <a:cs typeface="Microsoft Sans Serif"/>
              </a:rPr>
              <a:t> </a:t>
            </a:r>
            <a:r>
              <a:rPr sz="2200" spc="-50" dirty="0">
                <a:solidFill>
                  <a:srgbClr val="292929"/>
                </a:solidFill>
                <a:latin typeface="Microsoft Sans Serif"/>
                <a:cs typeface="Microsoft Sans Serif"/>
              </a:rPr>
              <a:t>payload</a:t>
            </a:r>
            <a:r>
              <a:rPr sz="2200" spc="75" dirty="0">
                <a:solidFill>
                  <a:srgbClr val="292929"/>
                </a:solidFill>
                <a:latin typeface="Microsoft Sans Serif"/>
                <a:cs typeface="Microsoft Sans Serif"/>
              </a:rPr>
              <a:t> </a:t>
            </a:r>
            <a:r>
              <a:rPr sz="2200" spc="-135" dirty="0">
                <a:solidFill>
                  <a:srgbClr val="292929"/>
                </a:solidFill>
                <a:latin typeface="Microsoft Sans Serif"/>
                <a:cs typeface="Microsoft Sans Serif"/>
              </a:rPr>
              <a:t>mass</a:t>
            </a:r>
            <a:endParaRPr sz="2200" dirty="0">
              <a:latin typeface="Microsoft Sans Serif"/>
              <a:cs typeface="Microsoft Sans Serif"/>
            </a:endParaRPr>
          </a:p>
        </p:txBody>
      </p:sp>
      <p:sp>
        <p:nvSpPr>
          <p:cNvPr id="9" name="object 3">
            <a:extLst>
              <a:ext uri="{FF2B5EF4-FFF2-40B4-BE49-F238E27FC236}">
                <a16:creationId xmlns:a16="http://schemas.microsoft.com/office/drawing/2014/main" id="{0AF3949A-07D6-A034-6D16-11E33D1CEAE2}"/>
              </a:ext>
            </a:extLst>
          </p:cNvPr>
          <p:cNvSpPr txBox="1"/>
          <p:nvPr/>
        </p:nvSpPr>
        <p:spPr>
          <a:xfrm>
            <a:off x="848994" y="5167883"/>
            <a:ext cx="8665845" cy="663575"/>
          </a:xfrm>
          <a:prstGeom prst="rect">
            <a:avLst/>
          </a:prstGeom>
        </p:spPr>
        <p:txBody>
          <a:bodyPr vert="horz" wrap="square" lIns="0" tIns="50165" rIns="0" bIns="0" rtlCol="0">
            <a:spAutoFit/>
          </a:bodyPr>
          <a:lstStyle/>
          <a:p>
            <a:pPr marL="241300" marR="5080" indent="-228600">
              <a:lnSpc>
                <a:spcPts val="2380"/>
              </a:lnSpc>
              <a:spcBef>
                <a:spcPts val="395"/>
              </a:spcBef>
              <a:buFont typeface="Arial MT"/>
              <a:buChar char="•"/>
              <a:tabLst>
                <a:tab pos="240665" algn="l"/>
                <a:tab pos="241300" algn="l"/>
              </a:tabLst>
            </a:pPr>
            <a:r>
              <a:rPr sz="2200" spc="-140" dirty="0">
                <a:solidFill>
                  <a:srgbClr val="292929"/>
                </a:solidFill>
                <a:latin typeface="Microsoft Sans Serif"/>
                <a:cs typeface="Microsoft Sans Serif"/>
              </a:rPr>
              <a:t>These</a:t>
            </a:r>
            <a:r>
              <a:rPr sz="2200" spc="65"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7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35" dirty="0">
                <a:solidFill>
                  <a:srgbClr val="292929"/>
                </a:solidFill>
                <a:latin typeface="Microsoft Sans Serif"/>
                <a:cs typeface="Microsoft Sans Serif"/>
              </a:rPr>
              <a:t>boosters</a:t>
            </a:r>
            <a:r>
              <a:rPr sz="2200" spc="65" dirty="0">
                <a:solidFill>
                  <a:srgbClr val="292929"/>
                </a:solidFill>
                <a:latin typeface="Microsoft Sans Serif"/>
                <a:cs typeface="Microsoft Sans Serif"/>
              </a:rPr>
              <a:t> </a:t>
            </a:r>
            <a:r>
              <a:rPr sz="2200" spc="-60" dirty="0">
                <a:solidFill>
                  <a:srgbClr val="292929"/>
                </a:solidFill>
                <a:latin typeface="Microsoft Sans Serif"/>
                <a:cs typeface="Microsoft Sans Serif"/>
              </a:rPr>
              <a:t>which</a:t>
            </a:r>
            <a:r>
              <a:rPr sz="2200" spc="65" dirty="0">
                <a:solidFill>
                  <a:srgbClr val="292929"/>
                </a:solidFill>
                <a:latin typeface="Microsoft Sans Serif"/>
                <a:cs typeface="Microsoft Sans Serif"/>
              </a:rPr>
              <a:t> </a:t>
            </a:r>
            <a:r>
              <a:rPr sz="2200" spc="-105" dirty="0">
                <a:solidFill>
                  <a:srgbClr val="292929"/>
                </a:solidFill>
                <a:latin typeface="Microsoft Sans Serif"/>
                <a:cs typeface="Microsoft Sans Serif"/>
              </a:rPr>
              <a:t>have</a:t>
            </a:r>
            <a:r>
              <a:rPr sz="2200" spc="75" dirty="0">
                <a:solidFill>
                  <a:srgbClr val="292929"/>
                </a:solidFill>
                <a:latin typeface="Microsoft Sans Serif"/>
                <a:cs typeface="Microsoft Sans Serif"/>
              </a:rPr>
              <a:t> </a:t>
            </a:r>
            <a:r>
              <a:rPr sz="2200" spc="-50" dirty="0">
                <a:solidFill>
                  <a:srgbClr val="292929"/>
                </a:solidFill>
                <a:latin typeface="Microsoft Sans Serif"/>
                <a:cs typeface="Microsoft Sans Serif"/>
              </a:rPr>
              <a:t>carried</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0" dirty="0">
                <a:solidFill>
                  <a:srgbClr val="292929"/>
                </a:solidFill>
                <a:latin typeface="Microsoft Sans Serif"/>
                <a:cs typeface="Microsoft Sans Serif"/>
              </a:rPr>
              <a:t> </a:t>
            </a:r>
            <a:r>
              <a:rPr sz="2200" spc="-95" dirty="0">
                <a:solidFill>
                  <a:srgbClr val="292929"/>
                </a:solidFill>
                <a:latin typeface="Microsoft Sans Serif"/>
                <a:cs typeface="Microsoft Sans Serif"/>
              </a:rPr>
              <a:t>maximum</a:t>
            </a:r>
            <a:r>
              <a:rPr sz="2200" spc="70" dirty="0">
                <a:solidFill>
                  <a:srgbClr val="292929"/>
                </a:solidFill>
                <a:latin typeface="Microsoft Sans Serif"/>
                <a:cs typeface="Microsoft Sans Serif"/>
              </a:rPr>
              <a:t> </a:t>
            </a:r>
            <a:r>
              <a:rPr sz="2200" spc="-50" dirty="0">
                <a:solidFill>
                  <a:srgbClr val="292929"/>
                </a:solidFill>
                <a:latin typeface="Microsoft Sans Serif"/>
                <a:cs typeface="Microsoft Sans Serif"/>
              </a:rPr>
              <a:t>payload</a:t>
            </a:r>
            <a:r>
              <a:rPr sz="2200" spc="75" dirty="0">
                <a:solidFill>
                  <a:srgbClr val="292929"/>
                </a:solidFill>
                <a:latin typeface="Microsoft Sans Serif"/>
                <a:cs typeface="Microsoft Sans Serif"/>
              </a:rPr>
              <a:t> </a:t>
            </a:r>
            <a:r>
              <a:rPr sz="2200" spc="-135" dirty="0">
                <a:solidFill>
                  <a:srgbClr val="292929"/>
                </a:solidFill>
                <a:latin typeface="Microsoft Sans Serif"/>
                <a:cs typeface="Microsoft Sans Serif"/>
              </a:rPr>
              <a:t>mass </a:t>
            </a:r>
            <a:r>
              <a:rPr sz="2200" spc="-570" dirty="0">
                <a:solidFill>
                  <a:srgbClr val="292929"/>
                </a:solidFill>
                <a:latin typeface="Microsoft Sans Serif"/>
                <a:cs typeface="Microsoft Sans Serif"/>
              </a:rPr>
              <a:t> </a:t>
            </a:r>
            <a:r>
              <a:rPr sz="2200" spc="-35" dirty="0">
                <a:solidFill>
                  <a:srgbClr val="292929"/>
                </a:solidFill>
                <a:latin typeface="Microsoft Sans Serif"/>
                <a:cs typeface="Microsoft Sans Serif"/>
              </a:rPr>
              <a:t>registered</a:t>
            </a:r>
            <a:r>
              <a:rPr sz="2200" spc="75" dirty="0">
                <a:solidFill>
                  <a:srgbClr val="292929"/>
                </a:solidFill>
                <a:latin typeface="Microsoft Sans Serif"/>
                <a:cs typeface="Microsoft Sans Serif"/>
              </a:rPr>
              <a:t> </a:t>
            </a:r>
            <a:r>
              <a:rPr sz="2200" spc="-20" dirty="0">
                <a:solidFill>
                  <a:srgbClr val="292929"/>
                </a:solidFill>
                <a:latin typeface="Microsoft Sans Serif"/>
                <a:cs typeface="Microsoft Sans Serif"/>
              </a:rPr>
              <a:t>in</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dataset.</a:t>
            </a:r>
            <a:endParaRPr sz="2200">
              <a:latin typeface="Microsoft Sans Serif"/>
              <a:cs typeface="Microsoft Sans Serif"/>
            </a:endParaRPr>
          </a:p>
        </p:txBody>
      </p:sp>
      <p:graphicFrame>
        <p:nvGraphicFramePr>
          <p:cNvPr id="10" name="object 5">
            <a:extLst>
              <a:ext uri="{FF2B5EF4-FFF2-40B4-BE49-F238E27FC236}">
                <a16:creationId xmlns:a16="http://schemas.microsoft.com/office/drawing/2014/main" id="{8A5B2011-5B1A-CE76-3FB1-76D65FC97DE4}"/>
              </a:ext>
            </a:extLst>
          </p:cNvPr>
          <p:cNvGraphicFramePr>
            <a:graphicFrameLocks noGrp="1"/>
          </p:cNvGraphicFramePr>
          <p:nvPr/>
        </p:nvGraphicFramePr>
        <p:xfrm>
          <a:off x="1239062" y="2401951"/>
          <a:ext cx="2058035" cy="2595875"/>
        </p:xfrm>
        <a:graphic>
          <a:graphicData uri="http://schemas.openxmlformats.org/drawingml/2006/table">
            <a:tbl>
              <a:tblPr firstRow="1" bandRow="1">
                <a:tableStyleId>{2D5ABB26-0587-4C30-8999-92F81FD0307C}</a:tableStyleId>
              </a:tblPr>
              <a:tblGrid>
                <a:gridCol w="2058035">
                  <a:extLst>
                    <a:ext uri="{9D8B030D-6E8A-4147-A177-3AD203B41FA5}">
                      <a16:colId xmlns:a16="http://schemas.microsoft.com/office/drawing/2014/main" val="20000"/>
                    </a:ext>
                  </a:extLst>
                </a:gridCol>
              </a:tblGrid>
              <a:tr h="370839">
                <a:tc>
                  <a:txBody>
                    <a:bodyPr/>
                    <a:lstStyle/>
                    <a:p>
                      <a:pPr marL="91440">
                        <a:lnSpc>
                          <a:spcPct val="100000"/>
                        </a:lnSpc>
                        <a:spcBef>
                          <a:spcPts val="265"/>
                        </a:spcBef>
                      </a:pPr>
                      <a:r>
                        <a:rPr sz="1800" b="1" spc="-15" dirty="0">
                          <a:solidFill>
                            <a:srgbClr val="FFFFFF"/>
                          </a:solidFill>
                          <a:latin typeface="Calibri"/>
                          <a:cs typeface="Calibri"/>
                        </a:rPr>
                        <a:t>Booster</a:t>
                      </a:r>
                      <a:r>
                        <a:rPr sz="1800" b="1" spc="-20" dirty="0">
                          <a:solidFill>
                            <a:srgbClr val="FFFFFF"/>
                          </a:solidFill>
                          <a:latin typeface="Calibri"/>
                          <a:cs typeface="Calibri"/>
                        </a:rPr>
                        <a:t> </a:t>
                      </a:r>
                      <a:r>
                        <a:rPr sz="1800" b="1" spc="-25" dirty="0">
                          <a:solidFill>
                            <a:srgbClr val="FFFFFF"/>
                          </a:solidFill>
                          <a:latin typeface="Calibri"/>
                          <a:cs typeface="Calibri"/>
                        </a:rPr>
                        <a:t>Version</a:t>
                      </a:r>
                      <a:r>
                        <a:rPr sz="1800" b="1" spc="-5" dirty="0">
                          <a:solidFill>
                            <a:srgbClr val="FFFFFF"/>
                          </a:solidFill>
                          <a:latin typeface="Calibri"/>
                          <a:cs typeface="Calibri"/>
                        </a:rPr>
                        <a:t> </a:t>
                      </a:r>
                      <a:r>
                        <a:rPr sz="1800" b="1" dirty="0">
                          <a:solidFill>
                            <a:srgbClr val="FFFFFF"/>
                          </a:solidFill>
                          <a:latin typeface="Calibri"/>
                          <a:cs typeface="Calibri"/>
                        </a:rPr>
                        <a: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10" dirty="0">
                          <a:latin typeface="Calibri"/>
                          <a:cs typeface="Calibri"/>
                        </a:rPr>
                        <a:t> </a:t>
                      </a:r>
                      <a:r>
                        <a:rPr sz="1800" dirty="0">
                          <a:latin typeface="Calibri"/>
                          <a:cs typeface="Calibri"/>
                        </a:rPr>
                        <a:t>B1048.4</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10" dirty="0">
                          <a:latin typeface="Calibri"/>
                          <a:cs typeface="Calibri"/>
                        </a:rPr>
                        <a:t> </a:t>
                      </a:r>
                      <a:r>
                        <a:rPr sz="1800" dirty="0">
                          <a:latin typeface="Calibri"/>
                          <a:cs typeface="Calibri"/>
                        </a:rPr>
                        <a:t>B1048.5</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39">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10" dirty="0">
                          <a:latin typeface="Calibri"/>
                          <a:cs typeface="Calibri"/>
                        </a:rPr>
                        <a:t> </a:t>
                      </a:r>
                      <a:r>
                        <a:rPr sz="1800" dirty="0">
                          <a:latin typeface="Calibri"/>
                          <a:cs typeface="Calibri"/>
                        </a:rPr>
                        <a:t>B1049.4</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39">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10" dirty="0">
                          <a:latin typeface="Calibri"/>
                          <a:cs typeface="Calibri"/>
                        </a:rPr>
                        <a:t> </a:t>
                      </a:r>
                      <a:r>
                        <a:rPr sz="1800" dirty="0">
                          <a:latin typeface="Calibri"/>
                          <a:cs typeface="Calibri"/>
                        </a:rPr>
                        <a:t>B1049.5</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10" dirty="0">
                          <a:latin typeface="Calibri"/>
                          <a:cs typeface="Calibri"/>
                        </a:rPr>
                        <a:t> </a:t>
                      </a:r>
                      <a:r>
                        <a:rPr sz="1800" dirty="0">
                          <a:latin typeface="Calibri"/>
                          <a:cs typeface="Calibri"/>
                        </a:rPr>
                        <a:t>B1049.7</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839">
                <a:tc>
                  <a:txBody>
                    <a:bodyPr/>
                    <a:lstStyle/>
                    <a:p>
                      <a:pPr marL="91440">
                        <a:lnSpc>
                          <a:spcPct val="100000"/>
                        </a:lnSpc>
                        <a:spcBef>
                          <a:spcPts val="275"/>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10" dirty="0">
                          <a:latin typeface="Calibri"/>
                          <a:cs typeface="Calibri"/>
                        </a:rPr>
                        <a:t> </a:t>
                      </a:r>
                      <a:r>
                        <a:rPr sz="1800" dirty="0">
                          <a:latin typeface="Calibri"/>
                          <a:cs typeface="Calibri"/>
                        </a:rPr>
                        <a:t>B1051.3</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graphicFrame>
        <p:nvGraphicFramePr>
          <p:cNvPr id="11" name="object 6">
            <a:extLst>
              <a:ext uri="{FF2B5EF4-FFF2-40B4-BE49-F238E27FC236}">
                <a16:creationId xmlns:a16="http://schemas.microsoft.com/office/drawing/2014/main" id="{8035EBB6-6BA9-ACFB-E52D-8ABBAF77B1D0}"/>
              </a:ext>
            </a:extLst>
          </p:cNvPr>
          <p:cNvGraphicFramePr>
            <a:graphicFrameLocks noGrp="1"/>
          </p:cNvGraphicFramePr>
          <p:nvPr/>
        </p:nvGraphicFramePr>
        <p:xfrm>
          <a:off x="3914266" y="2401951"/>
          <a:ext cx="2077085" cy="2595875"/>
        </p:xfrm>
        <a:graphic>
          <a:graphicData uri="http://schemas.openxmlformats.org/drawingml/2006/table">
            <a:tbl>
              <a:tblPr firstRow="1" bandRow="1">
                <a:tableStyleId>{2D5ABB26-0587-4C30-8999-92F81FD0307C}</a:tableStyleId>
              </a:tblPr>
              <a:tblGrid>
                <a:gridCol w="2077085">
                  <a:extLst>
                    <a:ext uri="{9D8B030D-6E8A-4147-A177-3AD203B41FA5}">
                      <a16:colId xmlns:a16="http://schemas.microsoft.com/office/drawing/2014/main" val="20000"/>
                    </a:ext>
                  </a:extLst>
                </a:gridCol>
              </a:tblGrid>
              <a:tr h="370839">
                <a:tc>
                  <a:txBody>
                    <a:bodyPr/>
                    <a:lstStyle/>
                    <a:p>
                      <a:pPr marL="92075">
                        <a:lnSpc>
                          <a:spcPct val="100000"/>
                        </a:lnSpc>
                        <a:spcBef>
                          <a:spcPts val="265"/>
                        </a:spcBef>
                      </a:pPr>
                      <a:r>
                        <a:rPr sz="1800" b="1" spc="-15" dirty="0">
                          <a:solidFill>
                            <a:srgbClr val="FFFFFF"/>
                          </a:solidFill>
                          <a:latin typeface="Calibri"/>
                          <a:cs typeface="Calibri"/>
                        </a:rPr>
                        <a:t>Booster </a:t>
                      </a:r>
                      <a:r>
                        <a:rPr sz="1800" b="1" spc="-25" dirty="0">
                          <a:solidFill>
                            <a:srgbClr val="FFFFFF"/>
                          </a:solidFill>
                          <a:latin typeface="Calibri"/>
                          <a:cs typeface="Calibri"/>
                        </a:rPr>
                        <a:t>Version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2075">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25" dirty="0">
                          <a:latin typeface="Calibri"/>
                          <a:cs typeface="Calibri"/>
                        </a:rPr>
                        <a:t> </a:t>
                      </a:r>
                      <a:r>
                        <a:rPr sz="1800" dirty="0">
                          <a:latin typeface="Calibri"/>
                          <a:cs typeface="Calibri"/>
                        </a:rPr>
                        <a:t>B1051.4</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92075">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25" dirty="0">
                          <a:latin typeface="Calibri"/>
                          <a:cs typeface="Calibri"/>
                        </a:rPr>
                        <a:t> </a:t>
                      </a:r>
                      <a:r>
                        <a:rPr sz="1800" dirty="0">
                          <a:latin typeface="Calibri"/>
                          <a:cs typeface="Calibri"/>
                        </a:rPr>
                        <a:t>B1051.6</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39">
                <a:tc>
                  <a:txBody>
                    <a:bodyPr/>
                    <a:lstStyle/>
                    <a:p>
                      <a:pPr marL="92075">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25" dirty="0">
                          <a:latin typeface="Calibri"/>
                          <a:cs typeface="Calibri"/>
                        </a:rPr>
                        <a:t> </a:t>
                      </a:r>
                      <a:r>
                        <a:rPr sz="1800" dirty="0">
                          <a:latin typeface="Calibri"/>
                          <a:cs typeface="Calibri"/>
                        </a:rPr>
                        <a:t>B1056.4</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39">
                <a:tc>
                  <a:txBody>
                    <a:bodyPr/>
                    <a:lstStyle/>
                    <a:p>
                      <a:pPr marL="92075">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25" dirty="0">
                          <a:latin typeface="Calibri"/>
                          <a:cs typeface="Calibri"/>
                        </a:rPr>
                        <a:t> </a:t>
                      </a:r>
                      <a:r>
                        <a:rPr sz="1800" dirty="0">
                          <a:latin typeface="Calibri"/>
                          <a:cs typeface="Calibri"/>
                        </a:rPr>
                        <a:t>B1058.3</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92075">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25" dirty="0">
                          <a:latin typeface="Calibri"/>
                          <a:cs typeface="Calibri"/>
                        </a:rPr>
                        <a:t> </a:t>
                      </a:r>
                      <a:r>
                        <a:rPr sz="1800" dirty="0">
                          <a:latin typeface="Calibri"/>
                          <a:cs typeface="Calibri"/>
                        </a:rPr>
                        <a:t>B1060.2</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839">
                <a:tc>
                  <a:txBody>
                    <a:bodyPr/>
                    <a:lstStyle/>
                    <a:p>
                      <a:pPr marL="92075">
                        <a:lnSpc>
                          <a:spcPct val="100000"/>
                        </a:lnSpc>
                        <a:spcBef>
                          <a:spcPts val="275"/>
                        </a:spcBef>
                      </a:pPr>
                      <a:r>
                        <a:rPr sz="1800" spc="-5" dirty="0">
                          <a:latin typeface="Calibri"/>
                          <a:cs typeface="Calibri"/>
                        </a:rPr>
                        <a:t>F9</a:t>
                      </a:r>
                      <a:r>
                        <a:rPr sz="1800" spc="-10" dirty="0">
                          <a:latin typeface="Calibri"/>
                          <a:cs typeface="Calibri"/>
                        </a:rPr>
                        <a:t> </a:t>
                      </a:r>
                      <a:r>
                        <a:rPr sz="1800" dirty="0">
                          <a:latin typeface="Calibri"/>
                          <a:cs typeface="Calibri"/>
                        </a:rPr>
                        <a:t>B5</a:t>
                      </a:r>
                      <a:r>
                        <a:rPr sz="1800" spc="-25" dirty="0">
                          <a:latin typeface="Calibri"/>
                          <a:cs typeface="Calibri"/>
                        </a:rPr>
                        <a:t> </a:t>
                      </a:r>
                      <a:r>
                        <a:rPr sz="1800" dirty="0">
                          <a:latin typeface="Calibri"/>
                          <a:cs typeface="Calibri"/>
                        </a:rPr>
                        <a:t>B1060.3</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66646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sp>
        <p:nvSpPr>
          <p:cNvPr id="2" name="object 2">
            <a:extLst>
              <a:ext uri="{FF2B5EF4-FFF2-40B4-BE49-F238E27FC236}">
                <a16:creationId xmlns:a16="http://schemas.microsoft.com/office/drawing/2014/main" id="{13F29F9E-43E5-3295-CDFA-170CAA6862D6}"/>
              </a:ext>
            </a:extLst>
          </p:cNvPr>
          <p:cNvSpPr txBox="1"/>
          <p:nvPr/>
        </p:nvSpPr>
        <p:spPr>
          <a:xfrm>
            <a:off x="848994" y="1841880"/>
            <a:ext cx="9518015" cy="695960"/>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0665" algn="l"/>
                <a:tab pos="241300" algn="l"/>
              </a:tabLst>
            </a:pPr>
            <a:r>
              <a:rPr sz="2200" spc="-70" dirty="0">
                <a:solidFill>
                  <a:srgbClr val="292929"/>
                </a:solidFill>
                <a:latin typeface="Microsoft Sans Serif"/>
                <a:cs typeface="Microsoft Sans Serif"/>
              </a:rPr>
              <a:t>Failed</a:t>
            </a:r>
            <a:r>
              <a:rPr sz="2200" spc="75" dirty="0">
                <a:solidFill>
                  <a:srgbClr val="292929"/>
                </a:solidFill>
                <a:latin typeface="Microsoft Sans Serif"/>
                <a:cs typeface="Microsoft Sans Serif"/>
              </a:rPr>
              <a:t> </a:t>
            </a:r>
            <a:r>
              <a:rPr sz="2200" spc="-30" dirty="0">
                <a:solidFill>
                  <a:srgbClr val="292929"/>
                </a:solidFill>
                <a:latin typeface="Microsoft Sans Serif"/>
                <a:cs typeface="Microsoft Sans Serif"/>
              </a:rPr>
              <a:t>landing</a:t>
            </a:r>
            <a:r>
              <a:rPr sz="2200" spc="100" dirty="0">
                <a:solidFill>
                  <a:srgbClr val="292929"/>
                </a:solidFill>
                <a:latin typeface="Microsoft Sans Serif"/>
                <a:cs typeface="Microsoft Sans Serif"/>
              </a:rPr>
              <a:t> </a:t>
            </a:r>
            <a:r>
              <a:rPr sz="2200" spc="-60" dirty="0">
                <a:solidFill>
                  <a:srgbClr val="292929"/>
                </a:solidFill>
                <a:latin typeface="Microsoft Sans Serif"/>
                <a:cs typeface="Microsoft Sans Serif"/>
              </a:rPr>
              <a:t>outcomes</a:t>
            </a:r>
            <a:r>
              <a:rPr sz="2200" spc="60" dirty="0">
                <a:solidFill>
                  <a:srgbClr val="292929"/>
                </a:solidFill>
                <a:latin typeface="Microsoft Sans Serif"/>
                <a:cs typeface="Microsoft Sans Serif"/>
              </a:rPr>
              <a:t> </a:t>
            </a:r>
            <a:r>
              <a:rPr sz="2200" spc="-20" dirty="0">
                <a:solidFill>
                  <a:srgbClr val="292929"/>
                </a:solidFill>
                <a:latin typeface="Microsoft Sans Serif"/>
                <a:cs typeface="Microsoft Sans Serif"/>
              </a:rPr>
              <a:t>in</a:t>
            </a:r>
            <a:r>
              <a:rPr sz="2200" spc="70" dirty="0">
                <a:solidFill>
                  <a:srgbClr val="292929"/>
                </a:solidFill>
                <a:latin typeface="Microsoft Sans Serif"/>
                <a:cs typeface="Microsoft Sans Serif"/>
              </a:rPr>
              <a:t> </a:t>
            </a:r>
            <a:r>
              <a:rPr sz="2200" spc="-30" dirty="0">
                <a:solidFill>
                  <a:srgbClr val="292929"/>
                </a:solidFill>
                <a:latin typeface="Microsoft Sans Serif"/>
                <a:cs typeface="Microsoft Sans Serif"/>
              </a:rPr>
              <a:t>drone</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ship,</a:t>
            </a:r>
            <a:r>
              <a:rPr sz="2200" spc="95" dirty="0">
                <a:solidFill>
                  <a:srgbClr val="292929"/>
                </a:solidFill>
                <a:latin typeface="Microsoft Sans Serif"/>
                <a:cs typeface="Microsoft Sans Serif"/>
              </a:rPr>
              <a:t> </a:t>
            </a:r>
            <a:r>
              <a:rPr sz="2200" spc="-10" dirty="0">
                <a:solidFill>
                  <a:srgbClr val="292929"/>
                </a:solidFill>
                <a:latin typeface="Microsoft Sans Serif"/>
                <a:cs typeface="Microsoft Sans Serif"/>
              </a:rPr>
              <a:t>their</a:t>
            </a:r>
            <a:r>
              <a:rPr sz="2200" spc="80" dirty="0">
                <a:solidFill>
                  <a:srgbClr val="292929"/>
                </a:solidFill>
                <a:latin typeface="Microsoft Sans Serif"/>
                <a:cs typeface="Microsoft Sans Serif"/>
              </a:rPr>
              <a:t> </a:t>
            </a:r>
            <a:r>
              <a:rPr sz="2200" spc="-20" dirty="0">
                <a:solidFill>
                  <a:srgbClr val="292929"/>
                </a:solidFill>
                <a:latin typeface="Microsoft Sans Serif"/>
                <a:cs typeface="Microsoft Sans Serif"/>
              </a:rPr>
              <a:t>booster</a:t>
            </a:r>
            <a:r>
              <a:rPr sz="2200" spc="65" dirty="0">
                <a:solidFill>
                  <a:srgbClr val="292929"/>
                </a:solidFill>
                <a:latin typeface="Microsoft Sans Serif"/>
                <a:cs typeface="Microsoft Sans Serif"/>
              </a:rPr>
              <a:t> </a:t>
            </a:r>
            <a:r>
              <a:rPr sz="2200" spc="-65" dirty="0">
                <a:solidFill>
                  <a:srgbClr val="292929"/>
                </a:solidFill>
                <a:latin typeface="Microsoft Sans Serif"/>
                <a:cs typeface="Microsoft Sans Serif"/>
              </a:rPr>
              <a:t>versions,</a:t>
            </a:r>
            <a:r>
              <a:rPr sz="2200" spc="7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35" dirty="0">
                <a:solidFill>
                  <a:srgbClr val="292929"/>
                </a:solidFill>
                <a:latin typeface="Microsoft Sans Serif"/>
                <a:cs typeface="Microsoft Sans Serif"/>
              </a:rPr>
              <a:t> </a:t>
            </a:r>
            <a:r>
              <a:rPr sz="2200" spc="-80" dirty="0">
                <a:solidFill>
                  <a:srgbClr val="292929"/>
                </a:solidFill>
                <a:latin typeface="Microsoft Sans Serif"/>
                <a:cs typeface="Microsoft Sans Serif"/>
              </a:rPr>
              <a:t>launch</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site </a:t>
            </a:r>
            <a:r>
              <a:rPr sz="2200" spc="-570" dirty="0">
                <a:solidFill>
                  <a:srgbClr val="292929"/>
                </a:solidFill>
                <a:latin typeface="Microsoft Sans Serif"/>
                <a:cs typeface="Microsoft Sans Serif"/>
              </a:rPr>
              <a:t> </a:t>
            </a:r>
            <a:r>
              <a:rPr sz="2200" spc="-125" dirty="0">
                <a:solidFill>
                  <a:srgbClr val="292929"/>
                </a:solidFill>
                <a:latin typeface="Microsoft Sans Serif"/>
                <a:cs typeface="Microsoft Sans Serif"/>
              </a:rPr>
              <a:t>names</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for</a:t>
            </a:r>
            <a:r>
              <a:rPr sz="2200" spc="60" dirty="0">
                <a:solidFill>
                  <a:srgbClr val="292929"/>
                </a:solidFill>
                <a:latin typeface="Microsoft Sans Serif"/>
                <a:cs typeface="Microsoft Sans Serif"/>
              </a:rPr>
              <a:t> </a:t>
            </a:r>
            <a:r>
              <a:rPr sz="2200" spc="-20" dirty="0">
                <a:solidFill>
                  <a:srgbClr val="292929"/>
                </a:solidFill>
                <a:latin typeface="Microsoft Sans Serif"/>
                <a:cs typeface="Microsoft Sans Serif"/>
              </a:rPr>
              <a:t>in</a:t>
            </a:r>
            <a:r>
              <a:rPr sz="2200" spc="80" dirty="0">
                <a:solidFill>
                  <a:srgbClr val="292929"/>
                </a:solidFill>
                <a:latin typeface="Microsoft Sans Serif"/>
                <a:cs typeface="Microsoft Sans Serif"/>
              </a:rPr>
              <a:t> </a:t>
            </a:r>
            <a:r>
              <a:rPr sz="2200" spc="-90" dirty="0">
                <a:solidFill>
                  <a:srgbClr val="292929"/>
                </a:solidFill>
                <a:latin typeface="Microsoft Sans Serif"/>
                <a:cs typeface="Microsoft Sans Serif"/>
              </a:rPr>
              <a:t>year</a:t>
            </a:r>
            <a:r>
              <a:rPr sz="2200" spc="80" dirty="0">
                <a:solidFill>
                  <a:srgbClr val="292929"/>
                </a:solidFill>
                <a:latin typeface="Microsoft Sans Serif"/>
                <a:cs typeface="Microsoft Sans Serif"/>
              </a:rPr>
              <a:t> </a:t>
            </a:r>
            <a:r>
              <a:rPr sz="2200" spc="95" dirty="0">
                <a:solidFill>
                  <a:srgbClr val="292929"/>
                </a:solidFill>
                <a:latin typeface="Microsoft Sans Serif"/>
                <a:cs typeface="Microsoft Sans Serif"/>
              </a:rPr>
              <a:t>2015</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0889534D-DB87-E778-D601-24A6F556EDDF}"/>
              </a:ext>
            </a:extLst>
          </p:cNvPr>
          <p:cNvSpPr txBox="1"/>
          <p:nvPr/>
        </p:nvSpPr>
        <p:spPr>
          <a:xfrm>
            <a:off x="848994" y="5256783"/>
            <a:ext cx="5527675"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45"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list</a:t>
            </a:r>
            <a:r>
              <a:rPr sz="2200" spc="100" dirty="0">
                <a:solidFill>
                  <a:srgbClr val="292929"/>
                </a:solidFill>
                <a:latin typeface="Microsoft Sans Serif"/>
                <a:cs typeface="Microsoft Sans Serif"/>
              </a:rPr>
              <a:t> </a:t>
            </a:r>
            <a:r>
              <a:rPr sz="2200" spc="-70" dirty="0">
                <a:solidFill>
                  <a:srgbClr val="292929"/>
                </a:solidFill>
                <a:latin typeface="Microsoft Sans Serif"/>
                <a:cs typeface="Microsoft Sans Serif"/>
              </a:rPr>
              <a:t>above</a:t>
            </a:r>
            <a:r>
              <a:rPr sz="2200" spc="55" dirty="0">
                <a:solidFill>
                  <a:srgbClr val="292929"/>
                </a:solidFill>
                <a:latin typeface="Microsoft Sans Serif"/>
                <a:cs typeface="Microsoft Sans Serif"/>
              </a:rPr>
              <a:t> </a:t>
            </a:r>
            <a:r>
              <a:rPr sz="2200" spc="-120" dirty="0">
                <a:solidFill>
                  <a:srgbClr val="292929"/>
                </a:solidFill>
                <a:latin typeface="Microsoft Sans Serif"/>
                <a:cs typeface="Microsoft Sans Serif"/>
              </a:rPr>
              <a:t>has</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70" dirty="0">
                <a:solidFill>
                  <a:srgbClr val="292929"/>
                </a:solidFill>
                <a:latin typeface="Microsoft Sans Serif"/>
                <a:cs typeface="Microsoft Sans Serif"/>
              </a:rPr>
              <a:t> </a:t>
            </a:r>
            <a:r>
              <a:rPr sz="2200" spc="-40" dirty="0">
                <a:solidFill>
                  <a:srgbClr val="292929"/>
                </a:solidFill>
                <a:latin typeface="Microsoft Sans Serif"/>
                <a:cs typeface="Microsoft Sans Serif"/>
              </a:rPr>
              <a:t>only</a:t>
            </a:r>
            <a:r>
              <a:rPr sz="2200" spc="90" dirty="0">
                <a:solidFill>
                  <a:srgbClr val="292929"/>
                </a:solidFill>
                <a:latin typeface="Microsoft Sans Serif"/>
                <a:cs typeface="Microsoft Sans Serif"/>
              </a:rPr>
              <a:t> </a:t>
            </a:r>
            <a:r>
              <a:rPr sz="2200" spc="10" dirty="0">
                <a:solidFill>
                  <a:srgbClr val="292929"/>
                </a:solidFill>
                <a:latin typeface="Microsoft Sans Serif"/>
                <a:cs typeface="Microsoft Sans Serif"/>
              </a:rPr>
              <a:t>two</a:t>
            </a:r>
            <a:r>
              <a:rPr sz="2200" spc="60" dirty="0">
                <a:solidFill>
                  <a:srgbClr val="292929"/>
                </a:solidFill>
                <a:latin typeface="Microsoft Sans Serif"/>
                <a:cs typeface="Microsoft Sans Serif"/>
              </a:rPr>
              <a:t> </a:t>
            </a:r>
            <a:r>
              <a:rPr sz="2200" spc="-90" dirty="0">
                <a:solidFill>
                  <a:srgbClr val="292929"/>
                </a:solidFill>
                <a:latin typeface="Microsoft Sans Serif"/>
                <a:cs typeface="Microsoft Sans Serif"/>
              </a:rPr>
              <a:t>occurrences.</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8CA570DF-1876-C870-8EB3-AE07FB2674C3}"/>
              </a:ext>
            </a:extLst>
          </p:cNvPr>
          <p:cNvGraphicFramePr>
            <a:graphicFrameLocks noGrp="1"/>
          </p:cNvGraphicFramePr>
          <p:nvPr/>
        </p:nvGraphicFramePr>
        <p:xfrm>
          <a:off x="1572513" y="2884297"/>
          <a:ext cx="3848100" cy="1112518"/>
        </p:xfrm>
        <a:graphic>
          <a:graphicData uri="http://schemas.openxmlformats.org/drawingml/2006/table">
            <a:tbl>
              <a:tblPr firstRow="1" bandRow="1">
                <a:tableStyleId>{2D5ABB26-0587-4C30-8999-92F81FD0307C}</a:tableStyleId>
              </a:tblPr>
              <a:tblGrid>
                <a:gridCol w="1924050">
                  <a:extLst>
                    <a:ext uri="{9D8B030D-6E8A-4147-A177-3AD203B41FA5}">
                      <a16:colId xmlns:a16="http://schemas.microsoft.com/office/drawing/2014/main" val="20000"/>
                    </a:ext>
                  </a:extLst>
                </a:gridCol>
                <a:gridCol w="1924050">
                  <a:extLst>
                    <a:ext uri="{9D8B030D-6E8A-4147-A177-3AD203B41FA5}">
                      <a16:colId xmlns:a16="http://schemas.microsoft.com/office/drawing/2014/main" val="20001"/>
                    </a:ext>
                  </a:extLst>
                </a:gridCol>
              </a:tblGrid>
              <a:tr h="370839">
                <a:tc>
                  <a:txBody>
                    <a:bodyPr/>
                    <a:lstStyle/>
                    <a:p>
                      <a:pPr marL="91440">
                        <a:lnSpc>
                          <a:spcPct val="100000"/>
                        </a:lnSpc>
                        <a:spcBef>
                          <a:spcPts val="265"/>
                        </a:spcBef>
                      </a:pPr>
                      <a:r>
                        <a:rPr sz="1800" b="1" spc="-15" dirty="0">
                          <a:solidFill>
                            <a:srgbClr val="FFFFFF"/>
                          </a:solidFill>
                          <a:latin typeface="Calibri"/>
                          <a:cs typeface="Calibri"/>
                        </a:rPr>
                        <a:t>Booster </a:t>
                      </a:r>
                      <a:r>
                        <a:rPr sz="1800" b="1" spc="-25" dirty="0">
                          <a:solidFill>
                            <a:srgbClr val="FFFFFF"/>
                          </a:solidFill>
                          <a:latin typeface="Calibri"/>
                          <a:cs typeface="Calibri"/>
                        </a:rPr>
                        <a:t>Version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65"/>
                        </a:spcBef>
                      </a:pPr>
                      <a:r>
                        <a:rPr sz="1800" b="1" spc="-5" dirty="0">
                          <a:solidFill>
                            <a:srgbClr val="FFFFFF"/>
                          </a:solidFill>
                          <a:latin typeface="Calibri"/>
                          <a:cs typeface="Calibri"/>
                        </a:rPr>
                        <a:t>Launch</a:t>
                      </a:r>
                      <a:r>
                        <a:rPr sz="1800" b="1" spc="-30" dirty="0">
                          <a:solidFill>
                            <a:srgbClr val="FFFFFF"/>
                          </a:solidFill>
                          <a:latin typeface="Calibri"/>
                          <a:cs typeface="Calibri"/>
                        </a:rPr>
                        <a:t> </a:t>
                      </a:r>
                      <a:r>
                        <a:rPr sz="1800" b="1" spc="-10" dirty="0">
                          <a:solidFill>
                            <a:srgbClr val="FFFFFF"/>
                          </a:solidFill>
                          <a:latin typeface="Calibri"/>
                          <a:cs typeface="Calibri"/>
                        </a:rPr>
                        <a:t>Site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v1.1</a:t>
                      </a:r>
                      <a:r>
                        <a:rPr sz="1800" spc="-45" dirty="0">
                          <a:latin typeface="Calibri"/>
                          <a:cs typeface="Calibri"/>
                        </a:rPr>
                        <a:t> </a:t>
                      </a:r>
                      <a:r>
                        <a:rPr sz="1800" dirty="0">
                          <a:latin typeface="Calibri"/>
                          <a:cs typeface="Calibri"/>
                        </a:rPr>
                        <a:t>B1012</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70"/>
                        </a:spcBef>
                      </a:pPr>
                      <a:r>
                        <a:rPr sz="1800" spc="-10" dirty="0">
                          <a:latin typeface="Calibri"/>
                          <a:cs typeface="Calibri"/>
                        </a:rPr>
                        <a:t>CCAFS</a:t>
                      </a:r>
                      <a:r>
                        <a:rPr sz="1800" spc="-35" dirty="0">
                          <a:latin typeface="Calibri"/>
                          <a:cs typeface="Calibri"/>
                        </a:rPr>
                        <a:t> </a:t>
                      </a:r>
                      <a:r>
                        <a:rPr sz="1800" spc="-5" dirty="0">
                          <a:latin typeface="Calibri"/>
                          <a:cs typeface="Calibri"/>
                        </a:rPr>
                        <a:t>LC-40</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91440">
                        <a:lnSpc>
                          <a:spcPct val="100000"/>
                        </a:lnSpc>
                        <a:spcBef>
                          <a:spcPts val="270"/>
                        </a:spcBef>
                      </a:pPr>
                      <a:r>
                        <a:rPr sz="1800" spc="-5" dirty="0">
                          <a:latin typeface="Calibri"/>
                          <a:cs typeface="Calibri"/>
                        </a:rPr>
                        <a:t>F9</a:t>
                      </a:r>
                      <a:r>
                        <a:rPr sz="1800" spc="-10" dirty="0">
                          <a:latin typeface="Calibri"/>
                          <a:cs typeface="Calibri"/>
                        </a:rPr>
                        <a:t> </a:t>
                      </a:r>
                      <a:r>
                        <a:rPr sz="1800" dirty="0">
                          <a:latin typeface="Calibri"/>
                          <a:cs typeface="Calibri"/>
                        </a:rPr>
                        <a:t>v1.1</a:t>
                      </a:r>
                      <a:r>
                        <a:rPr sz="1800" spc="-45" dirty="0">
                          <a:latin typeface="Calibri"/>
                          <a:cs typeface="Calibri"/>
                        </a:rPr>
                        <a:t> </a:t>
                      </a:r>
                      <a:r>
                        <a:rPr sz="1800" dirty="0">
                          <a:latin typeface="Calibri"/>
                          <a:cs typeface="Calibri"/>
                        </a:rPr>
                        <a:t>B1015</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70"/>
                        </a:spcBef>
                      </a:pPr>
                      <a:r>
                        <a:rPr sz="1800" spc="-10" dirty="0">
                          <a:latin typeface="Calibri"/>
                          <a:cs typeface="Calibri"/>
                        </a:rPr>
                        <a:t>CCAFS</a:t>
                      </a:r>
                      <a:r>
                        <a:rPr sz="1800" spc="-35" dirty="0">
                          <a:latin typeface="Calibri"/>
                          <a:cs typeface="Calibri"/>
                        </a:rPr>
                        <a:t> </a:t>
                      </a:r>
                      <a:r>
                        <a:rPr sz="1800" spc="-5" dirty="0">
                          <a:latin typeface="Calibri"/>
                          <a:cs typeface="Calibri"/>
                        </a:rPr>
                        <a:t>LC-40</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98439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dirty="0"/>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
        <p:nvSpPr>
          <p:cNvPr id="2" name="object 2">
            <a:extLst>
              <a:ext uri="{FF2B5EF4-FFF2-40B4-BE49-F238E27FC236}">
                <a16:creationId xmlns:a16="http://schemas.microsoft.com/office/drawing/2014/main" id="{5BD80148-43C8-F6EB-FB31-20F77CCCFD4B}"/>
              </a:ext>
            </a:extLst>
          </p:cNvPr>
          <p:cNvSpPr txBox="1"/>
          <p:nvPr/>
        </p:nvSpPr>
        <p:spPr>
          <a:xfrm>
            <a:off x="848994" y="1549463"/>
            <a:ext cx="9229090" cy="69659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90" dirty="0">
                <a:solidFill>
                  <a:srgbClr val="292929"/>
                </a:solidFill>
                <a:latin typeface="Microsoft Sans Serif"/>
                <a:cs typeface="Microsoft Sans Serif"/>
              </a:rPr>
              <a:t>Ranking</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90" dirty="0">
                <a:solidFill>
                  <a:srgbClr val="292929"/>
                </a:solidFill>
                <a:latin typeface="Microsoft Sans Serif"/>
                <a:cs typeface="Microsoft Sans Serif"/>
              </a:rPr>
              <a:t> </a:t>
            </a:r>
            <a:r>
              <a:rPr sz="2200" spc="-40" dirty="0">
                <a:solidFill>
                  <a:srgbClr val="292929"/>
                </a:solidFill>
                <a:latin typeface="Microsoft Sans Serif"/>
                <a:cs typeface="Microsoft Sans Serif"/>
              </a:rPr>
              <a:t>all</a:t>
            </a:r>
            <a:r>
              <a:rPr sz="2200" spc="80" dirty="0">
                <a:solidFill>
                  <a:srgbClr val="292929"/>
                </a:solidFill>
                <a:latin typeface="Microsoft Sans Serif"/>
                <a:cs typeface="Microsoft Sans Serif"/>
              </a:rPr>
              <a:t> </a:t>
            </a:r>
            <a:r>
              <a:rPr sz="2200" spc="-35" dirty="0">
                <a:solidFill>
                  <a:srgbClr val="292929"/>
                </a:solidFill>
                <a:latin typeface="Microsoft Sans Serif"/>
                <a:cs typeface="Microsoft Sans Serif"/>
              </a:rPr>
              <a:t>landing</a:t>
            </a:r>
            <a:r>
              <a:rPr sz="2200" spc="90" dirty="0">
                <a:solidFill>
                  <a:srgbClr val="292929"/>
                </a:solidFill>
                <a:latin typeface="Microsoft Sans Serif"/>
                <a:cs typeface="Microsoft Sans Serif"/>
              </a:rPr>
              <a:t> </a:t>
            </a:r>
            <a:r>
              <a:rPr sz="2200" spc="-65" dirty="0">
                <a:solidFill>
                  <a:srgbClr val="292929"/>
                </a:solidFill>
                <a:latin typeface="Microsoft Sans Serif"/>
                <a:cs typeface="Microsoft Sans Serif"/>
              </a:rPr>
              <a:t>outcomes</a:t>
            </a:r>
            <a:r>
              <a:rPr sz="2200" spc="60" dirty="0">
                <a:solidFill>
                  <a:srgbClr val="292929"/>
                </a:solidFill>
                <a:latin typeface="Microsoft Sans Serif"/>
                <a:cs typeface="Microsoft Sans Serif"/>
              </a:rPr>
              <a:t> </a:t>
            </a:r>
            <a:r>
              <a:rPr sz="2200" spc="-55" dirty="0">
                <a:solidFill>
                  <a:srgbClr val="292929"/>
                </a:solidFill>
                <a:latin typeface="Microsoft Sans Serif"/>
                <a:cs typeface="Microsoft Sans Serif"/>
              </a:rPr>
              <a:t>between</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40" dirty="0">
                <a:solidFill>
                  <a:srgbClr val="292929"/>
                </a:solidFill>
                <a:latin typeface="Microsoft Sans Serif"/>
                <a:cs typeface="Microsoft Sans Serif"/>
              </a:rPr>
              <a:t>date</a:t>
            </a:r>
            <a:r>
              <a:rPr sz="2200" spc="65" dirty="0">
                <a:solidFill>
                  <a:srgbClr val="292929"/>
                </a:solidFill>
                <a:latin typeface="Microsoft Sans Serif"/>
                <a:cs typeface="Microsoft Sans Serif"/>
              </a:rPr>
              <a:t> </a:t>
            </a:r>
            <a:r>
              <a:rPr sz="2200" spc="75" dirty="0">
                <a:solidFill>
                  <a:srgbClr val="292929"/>
                </a:solidFill>
                <a:latin typeface="Microsoft Sans Serif"/>
                <a:cs typeface="Microsoft Sans Serif"/>
              </a:rPr>
              <a:t>2010-06-04</a:t>
            </a:r>
            <a:r>
              <a:rPr sz="2200" spc="114"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90" dirty="0">
                <a:solidFill>
                  <a:srgbClr val="292929"/>
                </a:solidFill>
                <a:latin typeface="Microsoft Sans Serif"/>
                <a:cs typeface="Microsoft Sans Serif"/>
              </a:rPr>
              <a:t> </a:t>
            </a:r>
            <a:r>
              <a:rPr sz="2200" spc="70" dirty="0">
                <a:solidFill>
                  <a:srgbClr val="292929"/>
                </a:solidFill>
                <a:latin typeface="Microsoft Sans Serif"/>
                <a:cs typeface="Microsoft Sans Serif"/>
              </a:rPr>
              <a:t>2017-</a:t>
            </a:r>
            <a:endParaRPr sz="2200" dirty="0">
              <a:latin typeface="Microsoft Sans Serif"/>
              <a:cs typeface="Microsoft Sans Serif"/>
            </a:endParaRPr>
          </a:p>
          <a:p>
            <a:pPr marL="241300">
              <a:lnSpc>
                <a:spcPct val="100000"/>
              </a:lnSpc>
              <a:spcBef>
                <a:spcPts val="5"/>
              </a:spcBef>
            </a:pPr>
            <a:r>
              <a:rPr sz="2200" spc="40" dirty="0">
                <a:solidFill>
                  <a:srgbClr val="292929"/>
                </a:solidFill>
                <a:latin typeface="Microsoft Sans Serif"/>
                <a:cs typeface="Microsoft Sans Serif"/>
              </a:rPr>
              <a:t>03-20:</a:t>
            </a:r>
            <a:endParaRPr sz="2200" dirty="0">
              <a:latin typeface="Microsoft Sans Serif"/>
              <a:cs typeface="Microsoft Sans Serif"/>
            </a:endParaRPr>
          </a:p>
        </p:txBody>
      </p:sp>
      <p:sp>
        <p:nvSpPr>
          <p:cNvPr id="6" name="object 3">
            <a:extLst>
              <a:ext uri="{FF2B5EF4-FFF2-40B4-BE49-F238E27FC236}">
                <a16:creationId xmlns:a16="http://schemas.microsoft.com/office/drawing/2014/main" id="{31AAD189-9719-F2F0-5B10-B4A13A4BD81B}"/>
              </a:ext>
            </a:extLst>
          </p:cNvPr>
          <p:cNvSpPr txBox="1"/>
          <p:nvPr/>
        </p:nvSpPr>
        <p:spPr>
          <a:xfrm>
            <a:off x="848994" y="5478145"/>
            <a:ext cx="8698230" cy="36068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10" dirty="0">
                <a:solidFill>
                  <a:srgbClr val="292929"/>
                </a:solidFill>
                <a:latin typeface="Microsoft Sans Serif"/>
                <a:cs typeface="Microsoft Sans Serif"/>
              </a:rPr>
              <a:t>This</a:t>
            </a:r>
            <a:r>
              <a:rPr sz="2200" spc="85" dirty="0">
                <a:solidFill>
                  <a:srgbClr val="292929"/>
                </a:solidFill>
                <a:latin typeface="Microsoft Sans Serif"/>
                <a:cs typeface="Microsoft Sans Serif"/>
              </a:rPr>
              <a:t> </a:t>
            </a:r>
            <a:r>
              <a:rPr sz="2200" spc="-60" dirty="0">
                <a:solidFill>
                  <a:srgbClr val="292929"/>
                </a:solidFill>
                <a:latin typeface="Microsoft Sans Serif"/>
                <a:cs typeface="Microsoft Sans Serif"/>
              </a:rPr>
              <a:t>view</a:t>
            </a:r>
            <a:r>
              <a:rPr sz="2200" spc="85"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65"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60" dirty="0">
                <a:solidFill>
                  <a:srgbClr val="292929"/>
                </a:solidFill>
                <a:latin typeface="Microsoft Sans Serif"/>
                <a:cs typeface="Microsoft Sans Serif"/>
              </a:rPr>
              <a:t> </a:t>
            </a:r>
            <a:r>
              <a:rPr sz="2200" spc="-50" dirty="0">
                <a:solidFill>
                  <a:srgbClr val="292929"/>
                </a:solidFill>
                <a:latin typeface="Microsoft Sans Serif"/>
                <a:cs typeface="Microsoft Sans Serif"/>
              </a:rPr>
              <a:t>alerts</a:t>
            </a:r>
            <a:r>
              <a:rPr sz="2200" spc="75" dirty="0">
                <a:solidFill>
                  <a:srgbClr val="292929"/>
                </a:solidFill>
                <a:latin typeface="Microsoft Sans Serif"/>
                <a:cs typeface="Microsoft Sans Serif"/>
              </a:rPr>
              <a:t> </a:t>
            </a:r>
            <a:r>
              <a:rPr sz="2200" spc="-105" dirty="0">
                <a:solidFill>
                  <a:srgbClr val="292929"/>
                </a:solidFill>
                <a:latin typeface="Microsoft Sans Serif"/>
                <a:cs typeface="Microsoft Sans Serif"/>
              </a:rPr>
              <a:t>us</a:t>
            </a:r>
            <a:r>
              <a:rPr sz="2200" spc="90" dirty="0">
                <a:solidFill>
                  <a:srgbClr val="292929"/>
                </a:solidFill>
                <a:latin typeface="Microsoft Sans Serif"/>
                <a:cs typeface="Microsoft Sans Serif"/>
              </a:rPr>
              <a:t> </a:t>
            </a:r>
            <a:r>
              <a:rPr sz="2200" spc="-5" dirty="0">
                <a:solidFill>
                  <a:srgbClr val="292929"/>
                </a:solidFill>
                <a:latin typeface="Microsoft Sans Serif"/>
                <a:cs typeface="Microsoft Sans Serif"/>
              </a:rPr>
              <a:t>that</a:t>
            </a:r>
            <a:r>
              <a:rPr sz="2200" spc="65" dirty="0">
                <a:solidFill>
                  <a:srgbClr val="292929"/>
                </a:solidFill>
                <a:latin typeface="Microsoft Sans Serif"/>
                <a:cs typeface="Microsoft Sans Serif"/>
              </a:rPr>
              <a:t> </a:t>
            </a:r>
            <a:r>
              <a:rPr sz="2200" spc="-5" dirty="0">
                <a:solidFill>
                  <a:srgbClr val="292929"/>
                </a:solidFill>
                <a:latin typeface="Microsoft Sans Serif"/>
                <a:cs typeface="Microsoft Sans Serif"/>
              </a:rPr>
              <a:t>“No</a:t>
            </a:r>
            <a:r>
              <a:rPr sz="2200" spc="60" dirty="0">
                <a:solidFill>
                  <a:srgbClr val="292929"/>
                </a:solidFill>
                <a:latin typeface="Microsoft Sans Serif"/>
                <a:cs typeface="Microsoft Sans Serif"/>
              </a:rPr>
              <a:t> </a:t>
            </a:r>
            <a:r>
              <a:rPr sz="2200" spc="10" dirty="0">
                <a:solidFill>
                  <a:srgbClr val="292929"/>
                </a:solidFill>
                <a:latin typeface="Microsoft Sans Serif"/>
                <a:cs typeface="Microsoft Sans Serif"/>
              </a:rPr>
              <a:t>attempt”</a:t>
            </a:r>
            <a:r>
              <a:rPr sz="2200" spc="40" dirty="0">
                <a:solidFill>
                  <a:srgbClr val="292929"/>
                </a:solidFill>
                <a:latin typeface="Microsoft Sans Serif"/>
                <a:cs typeface="Microsoft Sans Serif"/>
              </a:rPr>
              <a:t> </a:t>
            </a:r>
            <a:r>
              <a:rPr sz="2200" spc="-60" dirty="0">
                <a:solidFill>
                  <a:srgbClr val="292929"/>
                </a:solidFill>
                <a:latin typeface="Microsoft Sans Serif"/>
                <a:cs typeface="Microsoft Sans Serif"/>
              </a:rPr>
              <a:t>must</a:t>
            </a:r>
            <a:r>
              <a:rPr sz="2200" spc="90" dirty="0">
                <a:solidFill>
                  <a:srgbClr val="292929"/>
                </a:solidFill>
                <a:latin typeface="Microsoft Sans Serif"/>
                <a:cs typeface="Microsoft Sans Serif"/>
              </a:rPr>
              <a:t> </a:t>
            </a:r>
            <a:r>
              <a:rPr sz="2200" spc="-55" dirty="0">
                <a:solidFill>
                  <a:srgbClr val="292929"/>
                </a:solidFill>
                <a:latin typeface="Microsoft Sans Serif"/>
                <a:cs typeface="Microsoft Sans Serif"/>
              </a:rPr>
              <a:t>be</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taken</a:t>
            </a:r>
            <a:r>
              <a:rPr sz="2200" spc="55" dirty="0">
                <a:solidFill>
                  <a:srgbClr val="292929"/>
                </a:solidFill>
                <a:latin typeface="Microsoft Sans Serif"/>
                <a:cs typeface="Microsoft Sans Serif"/>
              </a:rPr>
              <a:t> </a:t>
            </a:r>
            <a:r>
              <a:rPr sz="2200" spc="-20" dirty="0">
                <a:solidFill>
                  <a:srgbClr val="292929"/>
                </a:solidFill>
                <a:latin typeface="Microsoft Sans Serif"/>
                <a:cs typeface="Microsoft Sans Serif"/>
              </a:rPr>
              <a:t>in</a:t>
            </a:r>
            <a:r>
              <a:rPr sz="2200" spc="85" dirty="0">
                <a:solidFill>
                  <a:srgbClr val="292929"/>
                </a:solidFill>
                <a:latin typeface="Microsoft Sans Serif"/>
                <a:cs typeface="Microsoft Sans Serif"/>
              </a:rPr>
              <a:t> </a:t>
            </a:r>
            <a:r>
              <a:rPr sz="2200" spc="-75" dirty="0">
                <a:solidFill>
                  <a:srgbClr val="292929"/>
                </a:solidFill>
                <a:latin typeface="Microsoft Sans Serif"/>
                <a:cs typeface="Microsoft Sans Serif"/>
              </a:rPr>
              <a:t>account.</a:t>
            </a:r>
            <a:endParaRPr sz="2200">
              <a:latin typeface="Microsoft Sans Serif"/>
              <a:cs typeface="Microsoft Sans Serif"/>
            </a:endParaRPr>
          </a:p>
        </p:txBody>
      </p:sp>
      <p:graphicFrame>
        <p:nvGraphicFramePr>
          <p:cNvPr id="7" name="object 5">
            <a:extLst>
              <a:ext uri="{FF2B5EF4-FFF2-40B4-BE49-F238E27FC236}">
                <a16:creationId xmlns:a16="http://schemas.microsoft.com/office/drawing/2014/main" id="{541547AC-2B96-DA6C-A391-47A10BCE3277}"/>
              </a:ext>
            </a:extLst>
          </p:cNvPr>
          <p:cNvGraphicFramePr>
            <a:graphicFrameLocks noGrp="1"/>
          </p:cNvGraphicFramePr>
          <p:nvPr/>
        </p:nvGraphicFramePr>
        <p:xfrm>
          <a:off x="2068195" y="2106167"/>
          <a:ext cx="5722620" cy="3337555"/>
        </p:xfrm>
        <a:graphic>
          <a:graphicData uri="http://schemas.openxmlformats.org/drawingml/2006/table">
            <a:tbl>
              <a:tblPr firstRow="1" bandRow="1">
                <a:tableStyleId>{2D5ABB26-0587-4C30-8999-92F81FD0307C}</a:tableStyleId>
              </a:tblPr>
              <a:tblGrid>
                <a:gridCol w="3860800">
                  <a:extLst>
                    <a:ext uri="{9D8B030D-6E8A-4147-A177-3AD203B41FA5}">
                      <a16:colId xmlns:a16="http://schemas.microsoft.com/office/drawing/2014/main" val="20000"/>
                    </a:ext>
                  </a:extLst>
                </a:gridCol>
                <a:gridCol w="1861820">
                  <a:extLst>
                    <a:ext uri="{9D8B030D-6E8A-4147-A177-3AD203B41FA5}">
                      <a16:colId xmlns:a16="http://schemas.microsoft.com/office/drawing/2014/main" val="20001"/>
                    </a:ext>
                  </a:extLst>
                </a:gridCol>
              </a:tblGrid>
              <a:tr h="370840">
                <a:tc>
                  <a:txBody>
                    <a:bodyPr/>
                    <a:lstStyle/>
                    <a:p>
                      <a:pPr marL="92075">
                        <a:lnSpc>
                          <a:spcPct val="100000"/>
                        </a:lnSpc>
                        <a:spcBef>
                          <a:spcPts val="265"/>
                        </a:spcBef>
                      </a:pPr>
                      <a:r>
                        <a:rPr sz="1800" b="1" spc="-10" dirty="0">
                          <a:solidFill>
                            <a:srgbClr val="FFFFFF"/>
                          </a:solidFill>
                          <a:latin typeface="Calibri"/>
                          <a:cs typeface="Calibri"/>
                        </a:rPr>
                        <a:t>Landing Outcome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65"/>
                        </a:spcBef>
                      </a:pPr>
                      <a:r>
                        <a:rPr sz="1800" b="1" spc="-10" dirty="0">
                          <a:solidFill>
                            <a:srgbClr val="FFFFFF"/>
                          </a:solidFill>
                          <a:latin typeface="Calibri"/>
                          <a:cs typeface="Calibri"/>
                        </a:rPr>
                        <a:t>Occurrences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39">
                <a:tc>
                  <a:txBody>
                    <a:bodyPr/>
                    <a:lstStyle/>
                    <a:p>
                      <a:pPr marL="92075">
                        <a:lnSpc>
                          <a:spcPct val="100000"/>
                        </a:lnSpc>
                        <a:spcBef>
                          <a:spcPts val="265"/>
                        </a:spcBef>
                      </a:pPr>
                      <a:r>
                        <a:rPr sz="1800" dirty="0">
                          <a:latin typeface="Calibri"/>
                          <a:cs typeface="Calibri"/>
                        </a:rPr>
                        <a:t>No</a:t>
                      </a:r>
                      <a:r>
                        <a:rPr sz="1800" spc="-30" dirty="0">
                          <a:latin typeface="Calibri"/>
                          <a:cs typeface="Calibri"/>
                        </a:rPr>
                        <a:t> </a:t>
                      </a:r>
                      <a:r>
                        <a:rPr sz="1800" spc="-15" dirty="0">
                          <a:latin typeface="Calibri"/>
                          <a:cs typeface="Calibri"/>
                        </a:rPr>
                        <a:t>attempt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65"/>
                        </a:spcBef>
                      </a:pPr>
                      <a:r>
                        <a:rPr sz="1800" spc="5" dirty="0">
                          <a:latin typeface="Calibri"/>
                          <a:cs typeface="Calibri"/>
                        </a:rPr>
                        <a:t>10</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39">
                <a:tc>
                  <a:txBody>
                    <a:bodyPr/>
                    <a:lstStyle/>
                    <a:p>
                      <a:pPr marL="92075">
                        <a:lnSpc>
                          <a:spcPct val="100000"/>
                        </a:lnSpc>
                        <a:spcBef>
                          <a:spcPts val="270"/>
                        </a:spcBef>
                      </a:pPr>
                      <a:r>
                        <a:rPr sz="1800" spc="-15" dirty="0">
                          <a:latin typeface="Calibri"/>
                          <a:cs typeface="Calibri"/>
                        </a:rPr>
                        <a:t>Failure</a:t>
                      </a:r>
                      <a:r>
                        <a:rPr sz="1800" spc="-20" dirty="0">
                          <a:latin typeface="Calibri"/>
                          <a:cs typeface="Calibri"/>
                        </a:rPr>
                        <a:t> </a:t>
                      </a:r>
                      <a:r>
                        <a:rPr sz="1800" spc="-15" dirty="0">
                          <a:latin typeface="Calibri"/>
                          <a:cs typeface="Calibri"/>
                        </a:rPr>
                        <a:t>(drone</a:t>
                      </a:r>
                      <a:r>
                        <a:rPr sz="1800" spc="35" dirty="0">
                          <a:latin typeface="Calibri"/>
                          <a:cs typeface="Calibri"/>
                        </a:rPr>
                        <a:t> </a:t>
                      </a:r>
                      <a:r>
                        <a:rPr sz="1800" spc="-5" dirty="0">
                          <a:latin typeface="Calibri"/>
                          <a:cs typeface="Calibri"/>
                        </a:rPr>
                        <a:t>ship)</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70"/>
                        </a:spcBef>
                      </a:pPr>
                      <a:r>
                        <a:rPr sz="1800" dirty="0">
                          <a:latin typeface="Calibri"/>
                          <a:cs typeface="Calibri"/>
                        </a:rPr>
                        <a:t>5</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39">
                <a:tc>
                  <a:txBody>
                    <a:bodyPr/>
                    <a:lstStyle/>
                    <a:p>
                      <a:pPr marL="92075">
                        <a:lnSpc>
                          <a:spcPct val="100000"/>
                        </a:lnSpc>
                        <a:spcBef>
                          <a:spcPts val="270"/>
                        </a:spcBef>
                      </a:pPr>
                      <a:r>
                        <a:rPr sz="1800" spc="-5" dirty="0">
                          <a:latin typeface="Calibri"/>
                          <a:cs typeface="Calibri"/>
                        </a:rPr>
                        <a:t>Success</a:t>
                      </a:r>
                      <a:r>
                        <a:rPr sz="1800" spc="5" dirty="0">
                          <a:latin typeface="Calibri"/>
                          <a:cs typeface="Calibri"/>
                        </a:rPr>
                        <a:t> </a:t>
                      </a:r>
                      <a:r>
                        <a:rPr sz="1800" spc="-15" dirty="0">
                          <a:latin typeface="Calibri"/>
                          <a:cs typeface="Calibri"/>
                        </a:rPr>
                        <a:t>(drone</a:t>
                      </a:r>
                      <a:r>
                        <a:rPr sz="1800" spc="15" dirty="0">
                          <a:latin typeface="Calibri"/>
                          <a:cs typeface="Calibri"/>
                        </a:rPr>
                        <a:t> </a:t>
                      </a:r>
                      <a:r>
                        <a:rPr sz="1800" spc="-5" dirty="0">
                          <a:latin typeface="Calibri"/>
                          <a:cs typeface="Calibri"/>
                        </a:rPr>
                        <a:t>ship)</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70"/>
                        </a:spcBef>
                      </a:pPr>
                      <a:r>
                        <a:rPr sz="1800" dirty="0">
                          <a:latin typeface="Calibri"/>
                          <a:cs typeface="Calibri"/>
                        </a:rPr>
                        <a:t>5</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2075">
                        <a:lnSpc>
                          <a:spcPct val="100000"/>
                        </a:lnSpc>
                        <a:spcBef>
                          <a:spcPts val="270"/>
                        </a:spcBef>
                      </a:pPr>
                      <a:r>
                        <a:rPr sz="1800" spc="-10" dirty="0">
                          <a:latin typeface="Calibri"/>
                          <a:cs typeface="Calibri"/>
                        </a:rPr>
                        <a:t>Controlled</a:t>
                      </a:r>
                      <a:r>
                        <a:rPr sz="1800" spc="-5" dirty="0">
                          <a:latin typeface="Calibri"/>
                          <a:cs typeface="Calibri"/>
                        </a:rPr>
                        <a:t> (ocean)</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70"/>
                        </a:spcBef>
                      </a:pPr>
                      <a:r>
                        <a:rPr sz="1800" dirty="0">
                          <a:latin typeface="Calibri"/>
                          <a:cs typeface="Calibri"/>
                        </a:rPr>
                        <a:t>3</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39">
                <a:tc>
                  <a:txBody>
                    <a:bodyPr/>
                    <a:lstStyle/>
                    <a:p>
                      <a:pPr marL="92075">
                        <a:lnSpc>
                          <a:spcPct val="100000"/>
                        </a:lnSpc>
                        <a:spcBef>
                          <a:spcPts val="275"/>
                        </a:spcBef>
                      </a:pPr>
                      <a:r>
                        <a:rPr sz="1800" spc="-5" dirty="0">
                          <a:latin typeface="Calibri"/>
                          <a:cs typeface="Calibri"/>
                        </a:rPr>
                        <a:t>Success</a:t>
                      </a:r>
                      <a:r>
                        <a:rPr sz="1800" spc="5" dirty="0">
                          <a:latin typeface="Calibri"/>
                          <a:cs typeface="Calibri"/>
                        </a:rPr>
                        <a:t> </a:t>
                      </a:r>
                      <a:r>
                        <a:rPr sz="1800" spc="-15" dirty="0">
                          <a:latin typeface="Calibri"/>
                          <a:cs typeface="Calibri"/>
                        </a:rPr>
                        <a:t>(ground</a:t>
                      </a:r>
                      <a:r>
                        <a:rPr sz="1800" spc="50" dirty="0">
                          <a:latin typeface="Calibri"/>
                          <a:cs typeface="Calibri"/>
                        </a:rPr>
                        <a:t> </a:t>
                      </a:r>
                      <a:r>
                        <a:rPr sz="1800" spc="-5" dirty="0">
                          <a:latin typeface="Calibri"/>
                          <a:cs typeface="Calibri"/>
                        </a:rPr>
                        <a:t>pad)</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75"/>
                        </a:spcBef>
                      </a:pPr>
                      <a:r>
                        <a:rPr sz="1800" dirty="0">
                          <a:latin typeface="Calibri"/>
                          <a:cs typeface="Calibri"/>
                        </a:rPr>
                        <a:t>3</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840">
                <a:tc>
                  <a:txBody>
                    <a:bodyPr/>
                    <a:lstStyle/>
                    <a:p>
                      <a:pPr marL="92075">
                        <a:lnSpc>
                          <a:spcPct val="100000"/>
                        </a:lnSpc>
                        <a:spcBef>
                          <a:spcPts val="270"/>
                        </a:spcBef>
                      </a:pPr>
                      <a:r>
                        <a:rPr sz="1800" spc="-15" dirty="0">
                          <a:latin typeface="Calibri"/>
                          <a:cs typeface="Calibri"/>
                        </a:rPr>
                        <a:t>Failure</a:t>
                      </a:r>
                      <a:r>
                        <a:rPr sz="1800" spc="-10" dirty="0">
                          <a:latin typeface="Calibri"/>
                          <a:cs typeface="Calibri"/>
                        </a:rPr>
                        <a:t> </a:t>
                      </a:r>
                      <a:r>
                        <a:rPr sz="1800" spc="-15" dirty="0">
                          <a:latin typeface="Calibri"/>
                          <a:cs typeface="Calibri"/>
                        </a:rPr>
                        <a:t>(parachute)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70"/>
                        </a:spcBef>
                      </a:pPr>
                      <a:r>
                        <a:rPr sz="1800" dirty="0">
                          <a:latin typeface="Calibri"/>
                          <a:cs typeface="Calibri"/>
                        </a:rPr>
                        <a:t>2</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39">
                <a:tc>
                  <a:txBody>
                    <a:bodyPr/>
                    <a:lstStyle/>
                    <a:p>
                      <a:pPr marL="92075">
                        <a:lnSpc>
                          <a:spcPct val="100000"/>
                        </a:lnSpc>
                        <a:spcBef>
                          <a:spcPts val="275"/>
                        </a:spcBef>
                      </a:pPr>
                      <a:r>
                        <a:rPr sz="1800" spc="-10" dirty="0">
                          <a:latin typeface="Calibri"/>
                          <a:cs typeface="Calibri"/>
                        </a:rPr>
                        <a:t>Uncontrolled </a:t>
                      </a:r>
                      <a:r>
                        <a:rPr sz="1800" spc="-5" dirty="0">
                          <a:latin typeface="Calibri"/>
                          <a:cs typeface="Calibri"/>
                        </a:rPr>
                        <a:t>(ocean)</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75"/>
                        </a:spcBef>
                      </a:pPr>
                      <a:r>
                        <a:rPr sz="1800" dirty="0">
                          <a:latin typeface="Calibri"/>
                          <a:cs typeface="Calibri"/>
                        </a:rPr>
                        <a:t>2</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370840">
                <a:tc>
                  <a:txBody>
                    <a:bodyPr/>
                    <a:lstStyle/>
                    <a:p>
                      <a:pPr marL="92075">
                        <a:lnSpc>
                          <a:spcPct val="100000"/>
                        </a:lnSpc>
                        <a:spcBef>
                          <a:spcPts val="275"/>
                        </a:spcBef>
                      </a:pPr>
                      <a:r>
                        <a:rPr sz="1800" spc="-5" dirty="0">
                          <a:latin typeface="Calibri"/>
                          <a:cs typeface="Calibri"/>
                        </a:rPr>
                        <a:t>Precluded </a:t>
                      </a:r>
                      <a:r>
                        <a:rPr sz="1800" spc="-15" dirty="0">
                          <a:latin typeface="Calibri"/>
                          <a:cs typeface="Calibri"/>
                        </a:rPr>
                        <a:t>(drone</a:t>
                      </a:r>
                      <a:r>
                        <a:rPr sz="1800" spc="35" dirty="0">
                          <a:latin typeface="Calibri"/>
                          <a:cs typeface="Calibri"/>
                        </a:rPr>
                        <a:t> </a:t>
                      </a:r>
                      <a:r>
                        <a:rPr sz="1800" spc="-5" dirty="0">
                          <a:latin typeface="Calibri"/>
                          <a:cs typeface="Calibri"/>
                        </a:rPr>
                        <a:t>ship)</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75"/>
                        </a:spcBef>
                      </a:pPr>
                      <a:r>
                        <a:rPr sz="1800" dirty="0">
                          <a:latin typeface="Calibri"/>
                          <a:cs typeface="Calibri"/>
                        </a:rPr>
                        <a:t>1</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75168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&lt;All Launch Sites&gt;</a:t>
            </a:r>
          </a:p>
        </p:txBody>
      </p:sp>
      <p:sp>
        <p:nvSpPr>
          <p:cNvPr id="2" name="object 3">
            <a:extLst>
              <a:ext uri="{FF2B5EF4-FFF2-40B4-BE49-F238E27FC236}">
                <a16:creationId xmlns:a16="http://schemas.microsoft.com/office/drawing/2014/main" id="{CD9CA029-BF95-56FB-7C7D-9C5FBED98C5F}"/>
              </a:ext>
            </a:extLst>
          </p:cNvPr>
          <p:cNvSpPr txBox="1"/>
          <p:nvPr/>
        </p:nvSpPr>
        <p:spPr>
          <a:xfrm>
            <a:off x="848994" y="5664834"/>
            <a:ext cx="8587105" cy="574675"/>
          </a:xfrm>
          <a:prstGeom prst="rect">
            <a:avLst/>
          </a:prstGeom>
        </p:spPr>
        <p:txBody>
          <a:bodyPr vert="horz" wrap="square" lIns="0" tIns="12700" rIns="0" bIns="0" rtlCol="0">
            <a:spAutoFit/>
          </a:bodyPr>
          <a:lstStyle/>
          <a:p>
            <a:pPr marL="241300" indent="-228600">
              <a:lnSpc>
                <a:spcPts val="2160"/>
              </a:lnSpc>
              <a:spcBef>
                <a:spcPts val="100"/>
              </a:spcBef>
              <a:buFont typeface="Arial MT"/>
              <a:buChar char="•"/>
              <a:tabLst>
                <a:tab pos="240665" algn="l"/>
                <a:tab pos="241300" algn="l"/>
              </a:tabLst>
            </a:pPr>
            <a:r>
              <a:rPr sz="2000" spc="-85" dirty="0">
                <a:solidFill>
                  <a:srgbClr val="292929"/>
                </a:solidFill>
                <a:latin typeface="Microsoft Sans Serif"/>
                <a:cs typeface="Microsoft Sans Serif"/>
              </a:rPr>
              <a:t>Launch</a:t>
            </a:r>
            <a:r>
              <a:rPr sz="2000" spc="70" dirty="0">
                <a:solidFill>
                  <a:srgbClr val="292929"/>
                </a:solidFill>
                <a:latin typeface="Microsoft Sans Serif"/>
                <a:cs typeface="Microsoft Sans Serif"/>
              </a:rPr>
              <a:t> </a:t>
            </a:r>
            <a:r>
              <a:rPr sz="2000" spc="-55" dirty="0">
                <a:solidFill>
                  <a:srgbClr val="292929"/>
                </a:solidFill>
                <a:latin typeface="Microsoft Sans Serif"/>
                <a:cs typeface="Microsoft Sans Serif"/>
              </a:rPr>
              <a:t>sites</a:t>
            </a:r>
            <a:r>
              <a:rPr sz="2000" spc="75" dirty="0">
                <a:solidFill>
                  <a:srgbClr val="292929"/>
                </a:solidFill>
                <a:latin typeface="Microsoft Sans Serif"/>
                <a:cs typeface="Microsoft Sans Serif"/>
              </a:rPr>
              <a:t> </a:t>
            </a:r>
            <a:r>
              <a:rPr sz="2000" spc="-80" dirty="0">
                <a:solidFill>
                  <a:srgbClr val="292929"/>
                </a:solidFill>
                <a:latin typeface="Microsoft Sans Serif"/>
                <a:cs typeface="Microsoft Sans Serif"/>
              </a:rPr>
              <a:t>are</a:t>
            </a:r>
            <a:r>
              <a:rPr sz="2000" spc="75" dirty="0">
                <a:solidFill>
                  <a:srgbClr val="292929"/>
                </a:solidFill>
                <a:latin typeface="Microsoft Sans Serif"/>
                <a:cs typeface="Microsoft Sans Serif"/>
              </a:rPr>
              <a:t> </a:t>
            </a:r>
            <a:r>
              <a:rPr sz="2000" spc="-70" dirty="0">
                <a:solidFill>
                  <a:srgbClr val="292929"/>
                </a:solidFill>
                <a:latin typeface="Microsoft Sans Serif"/>
                <a:cs typeface="Microsoft Sans Serif"/>
              </a:rPr>
              <a:t>near</a:t>
            </a:r>
            <a:r>
              <a:rPr sz="2000" spc="60" dirty="0">
                <a:solidFill>
                  <a:srgbClr val="292929"/>
                </a:solidFill>
                <a:latin typeface="Microsoft Sans Serif"/>
                <a:cs typeface="Microsoft Sans Serif"/>
              </a:rPr>
              <a:t> </a:t>
            </a:r>
            <a:r>
              <a:rPr sz="2000" spc="-120" dirty="0">
                <a:solidFill>
                  <a:srgbClr val="292929"/>
                </a:solidFill>
                <a:latin typeface="Microsoft Sans Serif"/>
                <a:cs typeface="Microsoft Sans Serif"/>
              </a:rPr>
              <a:t>sea,</a:t>
            </a:r>
            <a:r>
              <a:rPr sz="2000" spc="70" dirty="0">
                <a:solidFill>
                  <a:srgbClr val="292929"/>
                </a:solidFill>
                <a:latin typeface="Microsoft Sans Serif"/>
                <a:cs typeface="Microsoft Sans Serif"/>
              </a:rPr>
              <a:t> </a:t>
            </a:r>
            <a:r>
              <a:rPr sz="2000" spc="-25" dirty="0">
                <a:solidFill>
                  <a:srgbClr val="292929"/>
                </a:solidFill>
                <a:latin typeface="Microsoft Sans Serif"/>
                <a:cs typeface="Microsoft Sans Serif"/>
              </a:rPr>
              <a:t>probably</a:t>
            </a:r>
            <a:r>
              <a:rPr sz="2000" spc="70" dirty="0">
                <a:solidFill>
                  <a:srgbClr val="292929"/>
                </a:solidFill>
                <a:latin typeface="Microsoft Sans Serif"/>
                <a:cs typeface="Microsoft Sans Serif"/>
              </a:rPr>
              <a:t> </a:t>
            </a:r>
            <a:r>
              <a:rPr sz="2000" spc="-40" dirty="0">
                <a:solidFill>
                  <a:srgbClr val="292929"/>
                </a:solidFill>
                <a:latin typeface="Microsoft Sans Serif"/>
                <a:cs typeface="Microsoft Sans Serif"/>
              </a:rPr>
              <a:t>by</a:t>
            </a:r>
            <a:r>
              <a:rPr sz="2000" spc="75" dirty="0">
                <a:solidFill>
                  <a:srgbClr val="292929"/>
                </a:solidFill>
                <a:latin typeface="Microsoft Sans Serif"/>
                <a:cs typeface="Microsoft Sans Serif"/>
              </a:rPr>
              <a:t> </a:t>
            </a:r>
            <a:r>
              <a:rPr sz="2000" spc="-70" dirty="0">
                <a:solidFill>
                  <a:srgbClr val="292929"/>
                </a:solidFill>
                <a:latin typeface="Microsoft Sans Serif"/>
                <a:cs typeface="Microsoft Sans Serif"/>
              </a:rPr>
              <a:t>safety,</a:t>
            </a:r>
            <a:r>
              <a:rPr sz="2000" spc="75" dirty="0">
                <a:solidFill>
                  <a:srgbClr val="292929"/>
                </a:solidFill>
                <a:latin typeface="Microsoft Sans Serif"/>
                <a:cs typeface="Microsoft Sans Serif"/>
              </a:rPr>
              <a:t> </a:t>
            </a:r>
            <a:r>
              <a:rPr sz="2000" spc="15" dirty="0">
                <a:solidFill>
                  <a:srgbClr val="292929"/>
                </a:solidFill>
                <a:latin typeface="Microsoft Sans Serif"/>
                <a:cs typeface="Microsoft Sans Serif"/>
              </a:rPr>
              <a:t>but</a:t>
            </a:r>
            <a:r>
              <a:rPr sz="2000" spc="80" dirty="0">
                <a:solidFill>
                  <a:srgbClr val="292929"/>
                </a:solidFill>
                <a:latin typeface="Microsoft Sans Serif"/>
                <a:cs typeface="Microsoft Sans Serif"/>
              </a:rPr>
              <a:t> </a:t>
            </a:r>
            <a:r>
              <a:rPr sz="2000" spc="5" dirty="0">
                <a:solidFill>
                  <a:srgbClr val="292929"/>
                </a:solidFill>
                <a:latin typeface="Microsoft Sans Serif"/>
                <a:cs typeface="Microsoft Sans Serif"/>
              </a:rPr>
              <a:t>not</a:t>
            </a:r>
            <a:r>
              <a:rPr sz="2000" spc="65" dirty="0">
                <a:solidFill>
                  <a:srgbClr val="292929"/>
                </a:solidFill>
                <a:latin typeface="Microsoft Sans Serif"/>
                <a:cs typeface="Microsoft Sans Serif"/>
              </a:rPr>
              <a:t> </a:t>
            </a:r>
            <a:r>
              <a:rPr sz="2000" spc="20" dirty="0">
                <a:solidFill>
                  <a:srgbClr val="292929"/>
                </a:solidFill>
                <a:latin typeface="Microsoft Sans Serif"/>
                <a:cs typeface="Microsoft Sans Serif"/>
              </a:rPr>
              <a:t>too</a:t>
            </a:r>
            <a:r>
              <a:rPr sz="2000" spc="80" dirty="0">
                <a:solidFill>
                  <a:srgbClr val="292929"/>
                </a:solidFill>
                <a:latin typeface="Microsoft Sans Serif"/>
                <a:cs typeface="Microsoft Sans Serif"/>
              </a:rPr>
              <a:t> </a:t>
            </a:r>
            <a:r>
              <a:rPr sz="2000" spc="-35" dirty="0">
                <a:solidFill>
                  <a:srgbClr val="292929"/>
                </a:solidFill>
                <a:latin typeface="Microsoft Sans Serif"/>
                <a:cs typeface="Microsoft Sans Serif"/>
              </a:rPr>
              <a:t>far</a:t>
            </a:r>
            <a:r>
              <a:rPr sz="2000" spc="60" dirty="0">
                <a:solidFill>
                  <a:srgbClr val="292929"/>
                </a:solidFill>
                <a:latin typeface="Microsoft Sans Serif"/>
                <a:cs typeface="Microsoft Sans Serif"/>
              </a:rPr>
              <a:t> </a:t>
            </a:r>
            <a:r>
              <a:rPr sz="2000" spc="-25" dirty="0">
                <a:solidFill>
                  <a:srgbClr val="292929"/>
                </a:solidFill>
                <a:latin typeface="Microsoft Sans Serif"/>
                <a:cs typeface="Microsoft Sans Serif"/>
              </a:rPr>
              <a:t>from</a:t>
            </a:r>
            <a:r>
              <a:rPr sz="2000" spc="80" dirty="0">
                <a:solidFill>
                  <a:srgbClr val="292929"/>
                </a:solidFill>
                <a:latin typeface="Microsoft Sans Serif"/>
                <a:cs typeface="Microsoft Sans Serif"/>
              </a:rPr>
              <a:t> </a:t>
            </a:r>
            <a:r>
              <a:rPr sz="2000" spc="-55" dirty="0">
                <a:solidFill>
                  <a:srgbClr val="292929"/>
                </a:solidFill>
                <a:latin typeface="Microsoft Sans Serif"/>
                <a:cs typeface="Microsoft Sans Serif"/>
              </a:rPr>
              <a:t>roads</a:t>
            </a:r>
            <a:r>
              <a:rPr sz="2000" spc="75" dirty="0">
                <a:solidFill>
                  <a:srgbClr val="292929"/>
                </a:solidFill>
                <a:latin typeface="Microsoft Sans Serif"/>
                <a:cs typeface="Microsoft Sans Serif"/>
              </a:rPr>
              <a:t> </a:t>
            </a:r>
            <a:r>
              <a:rPr sz="2000" spc="-60" dirty="0">
                <a:solidFill>
                  <a:srgbClr val="292929"/>
                </a:solidFill>
                <a:latin typeface="Microsoft Sans Serif"/>
                <a:cs typeface="Microsoft Sans Serif"/>
              </a:rPr>
              <a:t>and</a:t>
            </a:r>
            <a:endParaRPr sz="2000">
              <a:latin typeface="Microsoft Sans Serif"/>
              <a:cs typeface="Microsoft Sans Serif"/>
            </a:endParaRPr>
          </a:p>
          <a:p>
            <a:pPr marL="241300">
              <a:lnSpc>
                <a:spcPts val="2160"/>
              </a:lnSpc>
            </a:pPr>
            <a:r>
              <a:rPr sz="2000" spc="-45" dirty="0">
                <a:solidFill>
                  <a:srgbClr val="292929"/>
                </a:solidFill>
                <a:latin typeface="Microsoft Sans Serif"/>
                <a:cs typeface="Microsoft Sans Serif"/>
              </a:rPr>
              <a:t>railroads.</a:t>
            </a:r>
            <a:endParaRPr sz="2000">
              <a:latin typeface="Microsoft Sans Serif"/>
              <a:cs typeface="Microsoft Sans Serif"/>
            </a:endParaRPr>
          </a:p>
        </p:txBody>
      </p:sp>
      <p:pic>
        <p:nvPicPr>
          <p:cNvPr id="4" name="object 5">
            <a:extLst>
              <a:ext uri="{FF2B5EF4-FFF2-40B4-BE49-F238E27FC236}">
                <a16:creationId xmlns:a16="http://schemas.microsoft.com/office/drawing/2014/main" id="{029E395C-0A5A-45C2-88F3-63753A4C807B}"/>
              </a:ext>
            </a:extLst>
          </p:cNvPr>
          <p:cNvPicPr/>
          <p:nvPr/>
        </p:nvPicPr>
        <p:blipFill>
          <a:blip r:embed="rId3" cstate="print"/>
          <a:stretch>
            <a:fillRect/>
          </a:stretch>
        </p:blipFill>
        <p:spPr>
          <a:xfrm>
            <a:off x="2230120" y="1612900"/>
            <a:ext cx="6824980" cy="4107179"/>
          </a:xfrm>
          <a:prstGeom prst="rect">
            <a:avLst/>
          </a:prstGeom>
        </p:spPr>
      </p:pic>
    </p:spTree>
    <p:extLst>
      <p:ext uri="{BB962C8B-B14F-4D97-AF65-F5344CB8AC3E}">
        <p14:creationId xmlns:p14="http://schemas.microsoft.com/office/powerpoint/2010/main" val="7001329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a:t>
            </a:r>
            <a:r>
              <a:rPr lang="en-IN" spc="-160" dirty="0"/>
              <a:t>Launch</a:t>
            </a:r>
            <a:r>
              <a:rPr lang="en-IN" spc="114" dirty="0"/>
              <a:t> </a:t>
            </a:r>
            <a:r>
              <a:rPr lang="en-IN" spc="-145" dirty="0"/>
              <a:t>Outcomes</a:t>
            </a:r>
            <a:r>
              <a:rPr lang="en-IN" spc="140" dirty="0"/>
              <a:t> </a:t>
            </a:r>
            <a:r>
              <a:rPr lang="en-IN" spc="-65" dirty="0"/>
              <a:t>by</a:t>
            </a:r>
            <a:r>
              <a:rPr lang="en-IN" spc="120" dirty="0"/>
              <a:t> </a:t>
            </a:r>
            <a:r>
              <a:rPr lang="en-IN" spc="-130" dirty="0"/>
              <a:t>Site</a:t>
            </a:r>
            <a:r>
              <a:rPr lang="en-US" dirty="0">
                <a:solidFill>
                  <a:srgbClr val="0B49CB"/>
                </a:solidFill>
                <a:latin typeface="Abadi"/>
              </a:rPr>
              <a:t>&gt;</a:t>
            </a:r>
          </a:p>
        </p:txBody>
      </p:sp>
      <p:sp>
        <p:nvSpPr>
          <p:cNvPr id="2" name="object 2">
            <a:extLst>
              <a:ext uri="{FF2B5EF4-FFF2-40B4-BE49-F238E27FC236}">
                <a16:creationId xmlns:a16="http://schemas.microsoft.com/office/drawing/2014/main" id="{7EF7840F-6A86-8310-03C2-A026F47ACFF2}"/>
              </a:ext>
            </a:extLst>
          </p:cNvPr>
          <p:cNvSpPr txBox="1"/>
          <p:nvPr/>
        </p:nvSpPr>
        <p:spPr>
          <a:xfrm>
            <a:off x="848994" y="1788540"/>
            <a:ext cx="5980430" cy="33020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000" spc="-105" dirty="0">
                <a:solidFill>
                  <a:srgbClr val="292929"/>
                </a:solidFill>
                <a:latin typeface="Microsoft Sans Serif"/>
                <a:cs typeface="Microsoft Sans Serif"/>
              </a:rPr>
              <a:t>Example</a:t>
            </a:r>
            <a:r>
              <a:rPr sz="2000" spc="70" dirty="0">
                <a:solidFill>
                  <a:srgbClr val="292929"/>
                </a:solidFill>
                <a:latin typeface="Microsoft Sans Serif"/>
                <a:cs typeface="Microsoft Sans Serif"/>
              </a:rPr>
              <a:t> </a:t>
            </a:r>
            <a:r>
              <a:rPr sz="2000" spc="-10" dirty="0">
                <a:solidFill>
                  <a:srgbClr val="292929"/>
                </a:solidFill>
                <a:latin typeface="Microsoft Sans Serif"/>
                <a:cs typeface="Microsoft Sans Serif"/>
              </a:rPr>
              <a:t>of</a:t>
            </a:r>
            <a:r>
              <a:rPr sz="2000" spc="70" dirty="0">
                <a:solidFill>
                  <a:srgbClr val="292929"/>
                </a:solidFill>
                <a:latin typeface="Microsoft Sans Serif"/>
                <a:cs typeface="Microsoft Sans Serif"/>
              </a:rPr>
              <a:t> </a:t>
            </a:r>
            <a:r>
              <a:rPr sz="2000" spc="-254" dirty="0">
                <a:solidFill>
                  <a:srgbClr val="292929"/>
                </a:solidFill>
                <a:latin typeface="Microsoft Sans Serif"/>
                <a:cs typeface="Microsoft Sans Serif"/>
              </a:rPr>
              <a:t>KSC</a:t>
            </a:r>
            <a:r>
              <a:rPr sz="2000" spc="80" dirty="0">
                <a:solidFill>
                  <a:srgbClr val="292929"/>
                </a:solidFill>
                <a:latin typeface="Microsoft Sans Serif"/>
                <a:cs typeface="Microsoft Sans Serif"/>
              </a:rPr>
              <a:t> </a:t>
            </a:r>
            <a:r>
              <a:rPr sz="2000" spc="-50" dirty="0">
                <a:solidFill>
                  <a:srgbClr val="292929"/>
                </a:solidFill>
                <a:latin typeface="Microsoft Sans Serif"/>
                <a:cs typeface="Microsoft Sans Serif"/>
              </a:rPr>
              <a:t>LC-39A</a:t>
            </a:r>
            <a:r>
              <a:rPr sz="2000" spc="90" dirty="0">
                <a:solidFill>
                  <a:srgbClr val="292929"/>
                </a:solidFill>
                <a:latin typeface="Microsoft Sans Serif"/>
                <a:cs typeface="Microsoft Sans Serif"/>
              </a:rPr>
              <a:t> </a:t>
            </a:r>
            <a:r>
              <a:rPr sz="2000" spc="-70" dirty="0">
                <a:solidFill>
                  <a:srgbClr val="292929"/>
                </a:solidFill>
                <a:latin typeface="Microsoft Sans Serif"/>
                <a:cs typeface="Microsoft Sans Serif"/>
              </a:rPr>
              <a:t>launch</a:t>
            </a:r>
            <a:r>
              <a:rPr sz="2000" spc="70" dirty="0">
                <a:solidFill>
                  <a:srgbClr val="292929"/>
                </a:solidFill>
                <a:latin typeface="Microsoft Sans Serif"/>
                <a:cs typeface="Microsoft Sans Serif"/>
              </a:rPr>
              <a:t> </a:t>
            </a:r>
            <a:r>
              <a:rPr sz="2000" spc="-35" dirty="0">
                <a:solidFill>
                  <a:srgbClr val="292929"/>
                </a:solidFill>
                <a:latin typeface="Microsoft Sans Serif"/>
                <a:cs typeface="Microsoft Sans Serif"/>
              </a:rPr>
              <a:t>site</a:t>
            </a:r>
            <a:r>
              <a:rPr sz="2000" spc="65" dirty="0">
                <a:solidFill>
                  <a:srgbClr val="292929"/>
                </a:solidFill>
                <a:latin typeface="Microsoft Sans Serif"/>
                <a:cs typeface="Microsoft Sans Serif"/>
              </a:rPr>
              <a:t> </a:t>
            </a:r>
            <a:r>
              <a:rPr sz="2000" spc="-70" dirty="0">
                <a:solidFill>
                  <a:srgbClr val="292929"/>
                </a:solidFill>
                <a:latin typeface="Microsoft Sans Serif"/>
                <a:cs typeface="Microsoft Sans Serif"/>
              </a:rPr>
              <a:t>launch</a:t>
            </a:r>
            <a:r>
              <a:rPr sz="2000" spc="50" dirty="0">
                <a:solidFill>
                  <a:srgbClr val="292929"/>
                </a:solidFill>
                <a:latin typeface="Microsoft Sans Serif"/>
                <a:cs typeface="Microsoft Sans Serif"/>
              </a:rPr>
              <a:t> </a:t>
            </a:r>
            <a:r>
              <a:rPr sz="2000" spc="-60" dirty="0">
                <a:solidFill>
                  <a:srgbClr val="292929"/>
                </a:solidFill>
                <a:latin typeface="Microsoft Sans Serif"/>
                <a:cs typeface="Microsoft Sans Serif"/>
              </a:rPr>
              <a:t>outcomes</a:t>
            </a:r>
            <a:endParaRPr sz="2000" dirty="0">
              <a:latin typeface="Microsoft Sans Serif"/>
              <a:cs typeface="Microsoft Sans Serif"/>
            </a:endParaRPr>
          </a:p>
        </p:txBody>
      </p:sp>
      <p:sp>
        <p:nvSpPr>
          <p:cNvPr id="4" name="object 3">
            <a:extLst>
              <a:ext uri="{FF2B5EF4-FFF2-40B4-BE49-F238E27FC236}">
                <a16:creationId xmlns:a16="http://schemas.microsoft.com/office/drawing/2014/main" id="{0AF4BA4F-1ECD-6B36-9CA2-515BFBCA88FB}"/>
              </a:ext>
            </a:extLst>
          </p:cNvPr>
          <p:cNvSpPr txBox="1"/>
          <p:nvPr/>
        </p:nvSpPr>
        <p:spPr>
          <a:xfrm>
            <a:off x="848994" y="5584507"/>
            <a:ext cx="7120890" cy="33020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000" spc="-114" dirty="0">
                <a:solidFill>
                  <a:srgbClr val="292929"/>
                </a:solidFill>
                <a:latin typeface="Microsoft Sans Serif"/>
                <a:cs typeface="Microsoft Sans Serif"/>
              </a:rPr>
              <a:t>Green</a:t>
            </a:r>
            <a:r>
              <a:rPr sz="2000" spc="65" dirty="0">
                <a:solidFill>
                  <a:srgbClr val="292929"/>
                </a:solidFill>
                <a:latin typeface="Microsoft Sans Serif"/>
                <a:cs typeface="Microsoft Sans Serif"/>
              </a:rPr>
              <a:t> </a:t>
            </a:r>
            <a:r>
              <a:rPr sz="2000" spc="-70" dirty="0">
                <a:solidFill>
                  <a:srgbClr val="292929"/>
                </a:solidFill>
                <a:latin typeface="Microsoft Sans Serif"/>
                <a:cs typeface="Microsoft Sans Serif"/>
              </a:rPr>
              <a:t>markers</a:t>
            </a:r>
            <a:r>
              <a:rPr sz="2000" spc="70" dirty="0">
                <a:solidFill>
                  <a:srgbClr val="292929"/>
                </a:solidFill>
                <a:latin typeface="Microsoft Sans Serif"/>
                <a:cs typeface="Microsoft Sans Serif"/>
              </a:rPr>
              <a:t> </a:t>
            </a:r>
            <a:r>
              <a:rPr sz="2000" spc="-40" dirty="0">
                <a:solidFill>
                  <a:srgbClr val="292929"/>
                </a:solidFill>
                <a:latin typeface="Microsoft Sans Serif"/>
                <a:cs typeface="Microsoft Sans Serif"/>
              </a:rPr>
              <a:t>indicate</a:t>
            </a:r>
            <a:r>
              <a:rPr sz="2000" spc="65" dirty="0">
                <a:solidFill>
                  <a:srgbClr val="292929"/>
                </a:solidFill>
                <a:latin typeface="Microsoft Sans Serif"/>
                <a:cs typeface="Microsoft Sans Serif"/>
              </a:rPr>
              <a:t> </a:t>
            </a:r>
            <a:r>
              <a:rPr sz="2000" spc="-80" dirty="0">
                <a:solidFill>
                  <a:srgbClr val="292929"/>
                </a:solidFill>
                <a:latin typeface="Microsoft Sans Serif"/>
                <a:cs typeface="Microsoft Sans Serif"/>
              </a:rPr>
              <a:t>successful</a:t>
            </a:r>
            <a:r>
              <a:rPr sz="2000" spc="45" dirty="0">
                <a:solidFill>
                  <a:srgbClr val="292929"/>
                </a:solidFill>
                <a:latin typeface="Microsoft Sans Serif"/>
                <a:cs typeface="Microsoft Sans Serif"/>
              </a:rPr>
              <a:t> </a:t>
            </a:r>
            <a:r>
              <a:rPr sz="2000" spc="-60" dirty="0">
                <a:solidFill>
                  <a:srgbClr val="292929"/>
                </a:solidFill>
                <a:latin typeface="Microsoft Sans Serif"/>
                <a:cs typeface="Microsoft Sans Serif"/>
              </a:rPr>
              <a:t>and</a:t>
            </a:r>
            <a:r>
              <a:rPr sz="2000" spc="60" dirty="0">
                <a:solidFill>
                  <a:srgbClr val="292929"/>
                </a:solidFill>
                <a:latin typeface="Microsoft Sans Serif"/>
                <a:cs typeface="Microsoft Sans Serif"/>
              </a:rPr>
              <a:t> </a:t>
            </a:r>
            <a:r>
              <a:rPr sz="2000" spc="-35" dirty="0">
                <a:solidFill>
                  <a:srgbClr val="292929"/>
                </a:solidFill>
                <a:latin typeface="Microsoft Sans Serif"/>
                <a:cs typeface="Microsoft Sans Serif"/>
              </a:rPr>
              <a:t>red</a:t>
            </a:r>
            <a:r>
              <a:rPr sz="2000" spc="80" dirty="0">
                <a:solidFill>
                  <a:srgbClr val="292929"/>
                </a:solidFill>
                <a:latin typeface="Microsoft Sans Serif"/>
                <a:cs typeface="Microsoft Sans Serif"/>
              </a:rPr>
              <a:t> </a:t>
            </a:r>
            <a:r>
              <a:rPr sz="2000" spc="-75" dirty="0">
                <a:solidFill>
                  <a:srgbClr val="292929"/>
                </a:solidFill>
                <a:latin typeface="Microsoft Sans Serif"/>
                <a:cs typeface="Microsoft Sans Serif"/>
              </a:rPr>
              <a:t>ones</a:t>
            </a:r>
            <a:r>
              <a:rPr sz="2000" spc="65" dirty="0">
                <a:solidFill>
                  <a:srgbClr val="292929"/>
                </a:solidFill>
                <a:latin typeface="Microsoft Sans Serif"/>
                <a:cs typeface="Microsoft Sans Serif"/>
              </a:rPr>
              <a:t> </a:t>
            </a:r>
            <a:r>
              <a:rPr sz="2000" spc="-40" dirty="0">
                <a:solidFill>
                  <a:srgbClr val="292929"/>
                </a:solidFill>
                <a:latin typeface="Microsoft Sans Serif"/>
                <a:cs typeface="Microsoft Sans Serif"/>
              </a:rPr>
              <a:t>indicate</a:t>
            </a:r>
            <a:r>
              <a:rPr sz="2000" spc="45" dirty="0">
                <a:solidFill>
                  <a:srgbClr val="292929"/>
                </a:solidFill>
                <a:latin typeface="Microsoft Sans Serif"/>
                <a:cs typeface="Microsoft Sans Serif"/>
              </a:rPr>
              <a:t> </a:t>
            </a:r>
            <a:r>
              <a:rPr sz="2000" spc="-45" dirty="0">
                <a:solidFill>
                  <a:srgbClr val="292929"/>
                </a:solidFill>
                <a:latin typeface="Microsoft Sans Serif"/>
                <a:cs typeface="Microsoft Sans Serif"/>
              </a:rPr>
              <a:t>failure.</a:t>
            </a:r>
            <a:endParaRPr sz="2000">
              <a:latin typeface="Microsoft Sans Serif"/>
              <a:cs typeface="Microsoft Sans Serif"/>
            </a:endParaRPr>
          </a:p>
        </p:txBody>
      </p:sp>
      <p:grpSp>
        <p:nvGrpSpPr>
          <p:cNvPr id="6" name="object 5">
            <a:extLst>
              <a:ext uri="{FF2B5EF4-FFF2-40B4-BE49-F238E27FC236}">
                <a16:creationId xmlns:a16="http://schemas.microsoft.com/office/drawing/2014/main" id="{F114DB0B-B6E5-B806-4E50-4AAD8685EE76}"/>
              </a:ext>
            </a:extLst>
          </p:cNvPr>
          <p:cNvGrpSpPr/>
          <p:nvPr/>
        </p:nvGrpSpPr>
        <p:grpSpPr>
          <a:xfrm>
            <a:off x="1584960" y="2156460"/>
            <a:ext cx="8422640" cy="3082290"/>
            <a:chOff x="1584960" y="2156460"/>
            <a:chExt cx="8422640" cy="3082290"/>
          </a:xfrm>
        </p:grpSpPr>
        <p:pic>
          <p:nvPicPr>
            <p:cNvPr id="7" name="object 6">
              <a:extLst>
                <a:ext uri="{FF2B5EF4-FFF2-40B4-BE49-F238E27FC236}">
                  <a16:creationId xmlns:a16="http://schemas.microsoft.com/office/drawing/2014/main" id="{7FFBAF1A-9C06-0245-2056-B5775FA53089}"/>
                </a:ext>
              </a:extLst>
            </p:cNvPr>
            <p:cNvPicPr/>
            <p:nvPr/>
          </p:nvPicPr>
          <p:blipFill>
            <a:blip r:embed="rId3" cstate="print"/>
            <a:stretch>
              <a:fillRect/>
            </a:stretch>
          </p:blipFill>
          <p:spPr>
            <a:xfrm>
              <a:off x="2184400" y="2527300"/>
              <a:ext cx="7823200" cy="2151380"/>
            </a:xfrm>
            <a:prstGeom prst="rect">
              <a:avLst/>
            </a:prstGeom>
          </p:spPr>
        </p:pic>
        <p:pic>
          <p:nvPicPr>
            <p:cNvPr id="9" name="object 7">
              <a:extLst>
                <a:ext uri="{FF2B5EF4-FFF2-40B4-BE49-F238E27FC236}">
                  <a16:creationId xmlns:a16="http://schemas.microsoft.com/office/drawing/2014/main" id="{42E0CB1A-272E-7DC6-BF95-9435900471F8}"/>
                </a:ext>
              </a:extLst>
            </p:cNvPr>
            <p:cNvPicPr/>
            <p:nvPr/>
          </p:nvPicPr>
          <p:blipFill>
            <a:blip r:embed="rId4" cstate="print"/>
            <a:stretch>
              <a:fillRect/>
            </a:stretch>
          </p:blipFill>
          <p:spPr>
            <a:xfrm>
              <a:off x="3858260" y="2156460"/>
              <a:ext cx="3981195" cy="3010916"/>
            </a:xfrm>
            <a:prstGeom prst="rect">
              <a:avLst/>
            </a:prstGeom>
          </p:spPr>
        </p:pic>
        <p:pic>
          <p:nvPicPr>
            <p:cNvPr id="10" name="object 8">
              <a:extLst>
                <a:ext uri="{FF2B5EF4-FFF2-40B4-BE49-F238E27FC236}">
                  <a16:creationId xmlns:a16="http://schemas.microsoft.com/office/drawing/2014/main" id="{4EF5CA3F-4BB8-7425-2255-C64A99730509}"/>
                </a:ext>
              </a:extLst>
            </p:cNvPr>
            <p:cNvPicPr/>
            <p:nvPr/>
          </p:nvPicPr>
          <p:blipFill>
            <a:blip r:embed="rId5" cstate="print"/>
            <a:stretch>
              <a:fillRect/>
            </a:stretch>
          </p:blipFill>
          <p:spPr>
            <a:xfrm>
              <a:off x="4051300" y="2349500"/>
              <a:ext cx="3604259" cy="2633980"/>
            </a:xfrm>
            <a:prstGeom prst="rect">
              <a:avLst/>
            </a:prstGeom>
          </p:spPr>
        </p:pic>
        <p:sp>
          <p:nvSpPr>
            <p:cNvPr id="11" name="object 9">
              <a:extLst>
                <a:ext uri="{FF2B5EF4-FFF2-40B4-BE49-F238E27FC236}">
                  <a16:creationId xmlns:a16="http://schemas.microsoft.com/office/drawing/2014/main" id="{CF57205F-D059-F6E0-2C8F-B5A0107B3DF2}"/>
                </a:ext>
              </a:extLst>
            </p:cNvPr>
            <p:cNvSpPr/>
            <p:nvPr/>
          </p:nvSpPr>
          <p:spPr>
            <a:xfrm>
              <a:off x="7656830" y="2350770"/>
              <a:ext cx="1799589" cy="2635250"/>
            </a:xfrm>
            <a:custGeom>
              <a:avLst/>
              <a:gdLst/>
              <a:ahLst/>
              <a:cxnLst/>
              <a:rect l="l" t="t" r="r" b="b"/>
              <a:pathLst>
                <a:path w="1799590" h="2635250">
                  <a:moveTo>
                    <a:pt x="0" y="0"/>
                  </a:moveTo>
                  <a:lnTo>
                    <a:pt x="1799336" y="1671827"/>
                  </a:lnTo>
                </a:path>
                <a:path w="1799590" h="2635250">
                  <a:moveTo>
                    <a:pt x="0" y="2635122"/>
                  </a:moveTo>
                  <a:lnTo>
                    <a:pt x="1799336" y="1938019"/>
                  </a:lnTo>
                </a:path>
              </a:pathLst>
            </a:custGeom>
            <a:ln w="6350">
              <a:solidFill>
                <a:srgbClr val="4471C4"/>
              </a:solidFill>
            </a:ln>
          </p:spPr>
          <p:txBody>
            <a:bodyPr wrap="square" lIns="0" tIns="0" rIns="0" bIns="0" rtlCol="0"/>
            <a:lstStyle/>
            <a:p>
              <a:endParaRPr/>
            </a:p>
          </p:txBody>
        </p:sp>
        <p:pic>
          <p:nvPicPr>
            <p:cNvPr id="12" name="object 10">
              <a:extLst>
                <a:ext uri="{FF2B5EF4-FFF2-40B4-BE49-F238E27FC236}">
                  <a16:creationId xmlns:a16="http://schemas.microsoft.com/office/drawing/2014/main" id="{5B23465E-F046-DCB4-5F78-44C961AD53C0}"/>
                </a:ext>
              </a:extLst>
            </p:cNvPr>
            <p:cNvPicPr/>
            <p:nvPr/>
          </p:nvPicPr>
          <p:blipFill>
            <a:blip r:embed="rId6" cstate="print"/>
            <a:stretch>
              <a:fillRect/>
            </a:stretch>
          </p:blipFill>
          <p:spPr>
            <a:xfrm>
              <a:off x="1584960" y="3324860"/>
              <a:ext cx="2500376" cy="1913636"/>
            </a:xfrm>
            <a:prstGeom prst="rect">
              <a:avLst/>
            </a:prstGeom>
          </p:spPr>
        </p:pic>
        <p:pic>
          <p:nvPicPr>
            <p:cNvPr id="13" name="object 11">
              <a:extLst>
                <a:ext uri="{FF2B5EF4-FFF2-40B4-BE49-F238E27FC236}">
                  <a16:creationId xmlns:a16="http://schemas.microsoft.com/office/drawing/2014/main" id="{06CEE391-DA17-5447-831D-D4A2C681B59F}"/>
                </a:ext>
              </a:extLst>
            </p:cNvPr>
            <p:cNvPicPr/>
            <p:nvPr/>
          </p:nvPicPr>
          <p:blipFill>
            <a:blip r:embed="rId7" cstate="print"/>
            <a:stretch>
              <a:fillRect/>
            </a:stretch>
          </p:blipFill>
          <p:spPr>
            <a:xfrm>
              <a:off x="1778000" y="3517900"/>
              <a:ext cx="2123440" cy="1536700"/>
            </a:xfrm>
            <a:prstGeom prst="rect">
              <a:avLst/>
            </a:prstGeom>
          </p:spPr>
        </p:pic>
        <p:sp>
          <p:nvSpPr>
            <p:cNvPr id="14" name="object 12">
              <a:extLst>
                <a:ext uri="{FF2B5EF4-FFF2-40B4-BE49-F238E27FC236}">
                  <a16:creationId xmlns:a16="http://schemas.microsoft.com/office/drawing/2014/main" id="{BB626C63-9F1D-5BE4-2327-A776708C5F79}"/>
                </a:ext>
              </a:extLst>
            </p:cNvPr>
            <p:cNvSpPr/>
            <p:nvPr/>
          </p:nvSpPr>
          <p:spPr>
            <a:xfrm>
              <a:off x="3902710" y="3186430"/>
              <a:ext cx="890905" cy="1870075"/>
            </a:xfrm>
            <a:custGeom>
              <a:avLst/>
              <a:gdLst/>
              <a:ahLst/>
              <a:cxnLst/>
              <a:rect l="l" t="t" r="r" b="b"/>
              <a:pathLst>
                <a:path w="890904" h="1870075">
                  <a:moveTo>
                    <a:pt x="0" y="333883"/>
                  </a:moveTo>
                  <a:lnTo>
                    <a:pt x="312800" y="0"/>
                  </a:lnTo>
                </a:path>
                <a:path w="890904" h="1870075">
                  <a:moveTo>
                    <a:pt x="0" y="1869948"/>
                  </a:moveTo>
                  <a:lnTo>
                    <a:pt x="890904" y="419100"/>
                  </a:lnTo>
                </a:path>
              </a:pathLst>
            </a:custGeom>
            <a:ln w="6350">
              <a:solidFill>
                <a:srgbClr val="4471C4"/>
              </a:solidFill>
            </a:ln>
          </p:spPr>
          <p:txBody>
            <a:bodyPr wrap="square" lIns="0" tIns="0" rIns="0" bIns="0" rtlCol="0"/>
            <a:lstStyle/>
            <a:p>
              <a:endParaRPr/>
            </a:p>
          </p:txBody>
        </p:sp>
      </p:grpSp>
    </p:spTree>
    <p:extLst>
      <p:ext uri="{BB962C8B-B14F-4D97-AF65-F5344CB8AC3E}">
        <p14:creationId xmlns:p14="http://schemas.microsoft.com/office/powerpoint/2010/main" val="1866160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38</a:t>
            </a:fld>
            <a:endParaRPr lang="en-US"/>
          </a:p>
        </p:txBody>
      </p:sp>
      <p:sp>
        <p:nvSpPr>
          <p:cNvPr id="2" name="object 2">
            <a:extLst>
              <a:ext uri="{FF2B5EF4-FFF2-40B4-BE49-F238E27FC236}">
                <a16:creationId xmlns:a16="http://schemas.microsoft.com/office/drawing/2014/main" id="{889E54ED-15CC-0B0A-4B95-B9104A2111CC}"/>
              </a:ext>
            </a:extLst>
          </p:cNvPr>
          <p:cNvSpPr txBox="1"/>
          <p:nvPr/>
        </p:nvSpPr>
        <p:spPr>
          <a:xfrm>
            <a:off x="848994" y="5297170"/>
            <a:ext cx="10567303" cy="611706"/>
          </a:xfrm>
          <a:prstGeom prst="rect">
            <a:avLst/>
          </a:prstGeom>
        </p:spPr>
        <p:txBody>
          <a:bodyPr vert="horz" wrap="square" lIns="0" tIns="46990" rIns="0" bIns="0" rtlCol="0">
            <a:spAutoFit/>
          </a:bodyPr>
          <a:lstStyle/>
          <a:p>
            <a:pPr marL="241300" marR="5080" indent="-228600">
              <a:lnSpc>
                <a:spcPts val="2160"/>
              </a:lnSpc>
              <a:spcBef>
                <a:spcPts val="370"/>
              </a:spcBef>
              <a:buFont typeface="Arial MT"/>
              <a:buChar char="•"/>
              <a:tabLst>
                <a:tab pos="240665" algn="l"/>
                <a:tab pos="241300" algn="l"/>
              </a:tabLst>
            </a:pPr>
            <a:r>
              <a:rPr sz="2000" spc="-85" dirty="0">
                <a:solidFill>
                  <a:srgbClr val="292929"/>
                </a:solidFill>
                <a:latin typeface="Microsoft Sans Serif"/>
                <a:cs typeface="Microsoft Sans Serif"/>
              </a:rPr>
              <a:t>Launch</a:t>
            </a:r>
            <a:r>
              <a:rPr sz="2000" spc="65" dirty="0">
                <a:solidFill>
                  <a:srgbClr val="292929"/>
                </a:solidFill>
                <a:latin typeface="Microsoft Sans Serif"/>
                <a:cs typeface="Microsoft Sans Serif"/>
              </a:rPr>
              <a:t> </a:t>
            </a:r>
            <a:r>
              <a:rPr sz="2000" spc="-35" dirty="0">
                <a:solidFill>
                  <a:srgbClr val="292929"/>
                </a:solidFill>
                <a:latin typeface="Microsoft Sans Serif"/>
                <a:cs typeface="Microsoft Sans Serif"/>
              </a:rPr>
              <a:t>site</a:t>
            </a:r>
            <a:r>
              <a:rPr sz="2000" spc="70" dirty="0">
                <a:solidFill>
                  <a:srgbClr val="292929"/>
                </a:solidFill>
                <a:latin typeface="Microsoft Sans Serif"/>
                <a:cs typeface="Microsoft Sans Serif"/>
              </a:rPr>
              <a:t> </a:t>
            </a:r>
            <a:r>
              <a:rPr sz="2000" spc="-250" dirty="0">
                <a:solidFill>
                  <a:srgbClr val="292929"/>
                </a:solidFill>
                <a:latin typeface="Microsoft Sans Serif"/>
                <a:cs typeface="Microsoft Sans Serif"/>
              </a:rPr>
              <a:t>KSC</a:t>
            </a:r>
            <a:r>
              <a:rPr sz="2000" spc="-200" dirty="0">
                <a:solidFill>
                  <a:srgbClr val="292929"/>
                </a:solidFill>
                <a:latin typeface="Microsoft Sans Serif"/>
                <a:cs typeface="Microsoft Sans Serif"/>
              </a:rPr>
              <a:t> </a:t>
            </a:r>
            <a:r>
              <a:rPr sz="2000" spc="-55" dirty="0">
                <a:solidFill>
                  <a:srgbClr val="292929"/>
                </a:solidFill>
                <a:latin typeface="Microsoft Sans Serif"/>
                <a:cs typeface="Microsoft Sans Serif"/>
              </a:rPr>
              <a:t>LC-39A</a:t>
            </a:r>
            <a:r>
              <a:rPr sz="2000" spc="95" dirty="0">
                <a:solidFill>
                  <a:srgbClr val="292929"/>
                </a:solidFill>
                <a:latin typeface="Microsoft Sans Serif"/>
                <a:cs typeface="Microsoft Sans Serif"/>
              </a:rPr>
              <a:t> </a:t>
            </a:r>
            <a:r>
              <a:rPr sz="2000" spc="-105" dirty="0">
                <a:solidFill>
                  <a:srgbClr val="292929"/>
                </a:solidFill>
                <a:latin typeface="Microsoft Sans Serif"/>
                <a:cs typeface="Microsoft Sans Serif"/>
              </a:rPr>
              <a:t>has</a:t>
            </a:r>
            <a:r>
              <a:rPr sz="2000" spc="75" dirty="0">
                <a:solidFill>
                  <a:srgbClr val="292929"/>
                </a:solidFill>
                <a:latin typeface="Microsoft Sans Serif"/>
                <a:cs typeface="Microsoft Sans Serif"/>
              </a:rPr>
              <a:t> </a:t>
            </a:r>
            <a:r>
              <a:rPr sz="2000" spc="-5" dirty="0">
                <a:solidFill>
                  <a:srgbClr val="292929"/>
                </a:solidFill>
                <a:latin typeface="Microsoft Sans Serif"/>
                <a:cs typeface="Microsoft Sans Serif"/>
              </a:rPr>
              <a:t>good</a:t>
            </a:r>
            <a:r>
              <a:rPr sz="2000" spc="65" dirty="0">
                <a:solidFill>
                  <a:srgbClr val="292929"/>
                </a:solidFill>
                <a:latin typeface="Microsoft Sans Serif"/>
                <a:cs typeface="Microsoft Sans Serif"/>
              </a:rPr>
              <a:t> </a:t>
            </a:r>
            <a:r>
              <a:rPr sz="2000" spc="-30" dirty="0">
                <a:solidFill>
                  <a:srgbClr val="292929"/>
                </a:solidFill>
                <a:latin typeface="Microsoft Sans Serif"/>
                <a:cs typeface="Microsoft Sans Serif"/>
              </a:rPr>
              <a:t>logistics</a:t>
            </a:r>
            <a:r>
              <a:rPr sz="2000" spc="80" dirty="0">
                <a:solidFill>
                  <a:srgbClr val="292929"/>
                </a:solidFill>
                <a:latin typeface="Microsoft Sans Serif"/>
                <a:cs typeface="Microsoft Sans Serif"/>
              </a:rPr>
              <a:t> </a:t>
            </a:r>
            <a:r>
              <a:rPr sz="2000" spc="-80" dirty="0">
                <a:solidFill>
                  <a:srgbClr val="292929"/>
                </a:solidFill>
                <a:latin typeface="Microsoft Sans Serif"/>
                <a:cs typeface="Microsoft Sans Serif"/>
              </a:rPr>
              <a:t>aspects,</a:t>
            </a:r>
            <a:r>
              <a:rPr sz="2000" spc="50" dirty="0">
                <a:solidFill>
                  <a:srgbClr val="292929"/>
                </a:solidFill>
                <a:latin typeface="Microsoft Sans Serif"/>
                <a:cs typeface="Microsoft Sans Serif"/>
              </a:rPr>
              <a:t> </a:t>
            </a:r>
            <a:r>
              <a:rPr sz="2000" spc="-25" dirty="0">
                <a:solidFill>
                  <a:srgbClr val="292929"/>
                </a:solidFill>
                <a:latin typeface="Microsoft Sans Serif"/>
                <a:cs typeface="Microsoft Sans Serif"/>
              </a:rPr>
              <a:t>being</a:t>
            </a:r>
            <a:r>
              <a:rPr sz="2000" spc="85" dirty="0">
                <a:solidFill>
                  <a:srgbClr val="292929"/>
                </a:solidFill>
                <a:latin typeface="Microsoft Sans Serif"/>
                <a:cs typeface="Microsoft Sans Serif"/>
              </a:rPr>
              <a:t> </a:t>
            </a:r>
            <a:r>
              <a:rPr sz="2000" spc="-70" dirty="0">
                <a:solidFill>
                  <a:srgbClr val="292929"/>
                </a:solidFill>
                <a:latin typeface="Microsoft Sans Serif"/>
                <a:cs typeface="Microsoft Sans Serif"/>
              </a:rPr>
              <a:t>near</a:t>
            </a:r>
            <a:r>
              <a:rPr sz="2000" spc="65" dirty="0">
                <a:solidFill>
                  <a:srgbClr val="292929"/>
                </a:solidFill>
                <a:latin typeface="Microsoft Sans Serif"/>
                <a:cs typeface="Microsoft Sans Serif"/>
              </a:rPr>
              <a:t> </a:t>
            </a:r>
            <a:r>
              <a:rPr sz="2000" spc="-30" dirty="0">
                <a:solidFill>
                  <a:srgbClr val="292929"/>
                </a:solidFill>
                <a:latin typeface="Microsoft Sans Serif"/>
                <a:cs typeface="Microsoft Sans Serif"/>
              </a:rPr>
              <a:t>railroad</a:t>
            </a:r>
            <a:r>
              <a:rPr sz="2000" spc="65" dirty="0">
                <a:solidFill>
                  <a:srgbClr val="292929"/>
                </a:solidFill>
                <a:latin typeface="Microsoft Sans Serif"/>
                <a:cs typeface="Microsoft Sans Serif"/>
              </a:rPr>
              <a:t> </a:t>
            </a:r>
            <a:r>
              <a:rPr sz="2000" spc="-60" dirty="0">
                <a:solidFill>
                  <a:srgbClr val="292929"/>
                </a:solidFill>
                <a:latin typeface="Microsoft Sans Serif"/>
                <a:cs typeface="Microsoft Sans Serif"/>
              </a:rPr>
              <a:t>and</a:t>
            </a:r>
            <a:r>
              <a:rPr sz="2000" spc="65" dirty="0">
                <a:solidFill>
                  <a:srgbClr val="292929"/>
                </a:solidFill>
                <a:latin typeface="Microsoft Sans Serif"/>
                <a:cs typeface="Microsoft Sans Serif"/>
              </a:rPr>
              <a:t> </a:t>
            </a:r>
            <a:r>
              <a:rPr sz="2000" spc="-30" dirty="0">
                <a:solidFill>
                  <a:srgbClr val="292929"/>
                </a:solidFill>
                <a:latin typeface="Microsoft Sans Serif"/>
                <a:cs typeface="Microsoft Sans Serif"/>
              </a:rPr>
              <a:t>road</a:t>
            </a:r>
            <a:r>
              <a:rPr sz="2000" spc="80" dirty="0">
                <a:solidFill>
                  <a:srgbClr val="292929"/>
                </a:solidFill>
                <a:latin typeface="Microsoft Sans Serif"/>
                <a:cs typeface="Microsoft Sans Serif"/>
              </a:rPr>
              <a:t> </a:t>
            </a:r>
            <a:r>
              <a:rPr sz="2000" spc="-65" dirty="0">
                <a:solidFill>
                  <a:srgbClr val="292929"/>
                </a:solidFill>
                <a:latin typeface="Microsoft Sans Serif"/>
                <a:cs typeface="Microsoft Sans Serif"/>
              </a:rPr>
              <a:t>and </a:t>
            </a:r>
            <a:r>
              <a:rPr sz="2000" spc="-520" dirty="0">
                <a:solidFill>
                  <a:srgbClr val="292929"/>
                </a:solidFill>
                <a:latin typeface="Microsoft Sans Serif"/>
                <a:cs typeface="Microsoft Sans Serif"/>
              </a:rPr>
              <a:t> </a:t>
            </a:r>
            <a:r>
              <a:rPr sz="2000" spc="-40" dirty="0">
                <a:solidFill>
                  <a:srgbClr val="292929"/>
                </a:solidFill>
                <a:latin typeface="Microsoft Sans Serif"/>
                <a:cs typeface="Microsoft Sans Serif"/>
              </a:rPr>
              <a:t>relatively</a:t>
            </a:r>
            <a:r>
              <a:rPr sz="2000" spc="50" dirty="0">
                <a:solidFill>
                  <a:srgbClr val="292929"/>
                </a:solidFill>
                <a:latin typeface="Microsoft Sans Serif"/>
                <a:cs typeface="Microsoft Sans Serif"/>
              </a:rPr>
              <a:t> </a:t>
            </a:r>
            <a:r>
              <a:rPr sz="2000" spc="-35" dirty="0">
                <a:solidFill>
                  <a:srgbClr val="292929"/>
                </a:solidFill>
                <a:latin typeface="Microsoft Sans Serif"/>
                <a:cs typeface="Microsoft Sans Serif"/>
              </a:rPr>
              <a:t>far</a:t>
            </a:r>
            <a:r>
              <a:rPr sz="2000" spc="75" dirty="0">
                <a:solidFill>
                  <a:srgbClr val="292929"/>
                </a:solidFill>
                <a:latin typeface="Microsoft Sans Serif"/>
                <a:cs typeface="Microsoft Sans Serif"/>
              </a:rPr>
              <a:t> </a:t>
            </a:r>
            <a:r>
              <a:rPr sz="2000" spc="-25" dirty="0">
                <a:solidFill>
                  <a:srgbClr val="292929"/>
                </a:solidFill>
                <a:latin typeface="Microsoft Sans Serif"/>
                <a:cs typeface="Microsoft Sans Serif"/>
              </a:rPr>
              <a:t>from</a:t>
            </a:r>
            <a:r>
              <a:rPr sz="2000" spc="65" dirty="0">
                <a:solidFill>
                  <a:srgbClr val="292929"/>
                </a:solidFill>
                <a:latin typeface="Microsoft Sans Serif"/>
                <a:cs typeface="Microsoft Sans Serif"/>
              </a:rPr>
              <a:t> </a:t>
            </a:r>
            <a:r>
              <a:rPr sz="2000" spc="-30" dirty="0">
                <a:solidFill>
                  <a:srgbClr val="292929"/>
                </a:solidFill>
                <a:latin typeface="Microsoft Sans Serif"/>
                <a:cs typeface="Microsoft Sans Serif"/>
              </a:rPr>
              <a:t>inhabited</a:t>
            </a:r>
            <a:r>
              <a:rPr sz="2000" spc="80" dirty="0">
                <a:solidFill>
                  <a:srgbClr val="292929"/>
                </a:solidFill>
                <a:latin typeface="Microsoft Sans Serif"/>
                <a:cs typeface="Microsoft Sans Serif"/>
              </a:rPr>
              <a:t> </a:t>
            </a:r>
            <a:r>
              <a:rPr sz="2000" spc="-100" dirty="0">
                <a:solidFill>
                  <a:srgbClr val="292929"/>
                </a:solidFill>
                <a:latin typeface="Microsoft Sans Serif"/>
                <a:cs typeface="Microsoft Sans Serif"/>
              </a:rPr>
              <a:t>areas.</a:t>
            </a:r>
            <a:endParaRPr sz="2000">
              <a:latin typeface="Microsoft Sans Serif"/>
              <a:cs typeface="Microsoft Sans Serif"/>
            </a:endParaRPr>
          </a:p>
        </p:txBody>
      </p:sp>
      <p:sp>
        <p:nvSpPr>
          <p:cNvPr id="4" name="object 3">
            <a:extLst>
              <a:ext uri="{FF2B5EF4-FFF2-40B4-BE49-F238E27FC236}">
                <a16:creationId xmlns:a16="http://schemas.microsoft.com/office/drawing/2014/main" id="{EE1E5C01-3AFB-BEE7-7F6A-216C252E073B}"/>
              </a:ext>
            </a:extLst>
          </p:cNvPr>
          <p:cNvSpPr txBox="1">
            <a:spLocks/>
          </p:cNvSpPr>
          <p:nvPr/>
        </p:nvSpPr>
        <p:spPr>
          <a:xfrm>
            <a:off x="848993" y="418528"/>
            <a:ext cx="4985750" cy="582211"/>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IN" sz="3700" spc="-7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&lt;Logistics</a:t>
            </a:r>
            <a:r>
              <a:rPr lang="en-IN" sz="3700" spc="13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700" spc="-11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and</a:t>
            </a:r>
            <a:r>
              <a:rPr lang="en-IN" sz="3700" spc="10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700" spc="-15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Safety&gt;</a:t>
            </a:r>
          </a:p>
        </p:txBody>
      </p:sp>
      <p:pic>
        <p:nvPicPr>
          <p:cNvPr id="6" name="object 4">
            <a:extLst>
              <a:ext uri="{FF2B5EF4-FFF2-40B4-BE49-F238E27FC236}">
                <a16:creationId xmlns:a16="http://schemas.microsoft.com/office/drawing/2014/main" id="{864F72F5-7FC2-A6E7-AF6F-8CD9CC6D8316}"/>
              </a:ext>
            </a:extLst>
          </p:cNvPr>
          <p:cNvPicPr/>
          <p:nvPr/>
        </p:nvPicPr>
        <p:blipFill>
          <a:blip r:embed="rId3" cstate="print"/>
          <a:stretch>
            <a:fillRect/>
          </a:stretch>
        </p:blipFill>
        <p:spPr>
          <a:xfrm>
            <a:off x="3756658" y="1518919"/>
            <a:ext cx="5182023" cy="3820159"/>
          </a:xfrm>
          <a:prstGeom prst="rect">
            <a:avLst/>
          </a:prstGeom>
        </p:spPr>
      </p:pic>
    </p:spTree>
    <p:extLst>
      <p:ext uri="{BB962C8B-B14F-4D97-AF65-F5344CB8AC3E}">
        <p14:creationId xmlns:p14="http://schemas.microsoft.com/office/powerpoint/2010/main" val="252359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a:t>
            </a:r>
            <a:r>
              <a:rPr lang="en-IN" spc="-180" dirty="0"/>
              <a:t>Successful</a:t>
            </a:r>
            <a:r>
              <a:rPr lang="en-IN" spc="120" dirty="0"/>
              <a:t> </a:t>
            </a:r>
            <a:r>
              <a:rPr lang="en-IN" spc="-175" dirty="0"/>
              <a:t>Launches</a:t>
            </a:r>
            <a:r>
              <a:rPr lang="en-IN" spc="125" dirty="0"/>
              <a:t> </a:t>
            </a:r>
            <a:r>
              <a:rPr lang="en-IN" spc="-65" dirty="0"/>
              <a:t>by</a:t>
            </a:r>
            <a:r>
              <a:rPr lang="en-IN" spc="125" dirty="0"/>
              <a:t> </a:t>
            </a:r>
            <a:r>
              <a:rPr lang="en-IN" spc="-130" dirty="0"/>
              <a:t>Site</a:t>
            </a:r>
            <a:r>
              <a:rPr lang="en-US" dirty="0">
                <a:solidFill>
                  <a:srgbClr val="0B49CB"/>
                </a:solidFill>
                <a:latin typeface="Abadi"/>
              </a:rPr>
              <a:t>&gt;</a:t>
            </a:r>
          </a:p>
        </p:txBody>
      </p:sp>
      <p:sp>
        <p:nvSpPr>
          <p:cNvPr id="4" name="object 2">
            <a:extLst>
              <a:ext uri="{FF2B5EF4-FFF2-40B4-BE49-F238E27FC236}">
                <a16:creationId xmlns:a16="http://schemas.microsoft.com/office/drawing/2014/main" id="{91379638-7C6B-BB5E-964C-4A0908708737}"/>
              </a:ext>
            </a:extLst>
          </p:cNvPr>
          <p:cNvSpPr txBox="1"/>
          <p:nvPr/>
        </p:nvSpPr>
        <p:spPr>
          <a:xfrm>
            <a:off x="848994" y="5432107"/>
            <a:ext cx="8869045" cy="605155"/>
          </a:xfrm>
          <a:prstGeom prst="rect">
            <a:avLst/>
          </a:prstGeom>
        </p:spPr>
        <p:txBody>
          <a:bodyPr vert="horz" wrap="square" lIns="0" tIns="12700" rIns="0" bIns="0" rtlCol="0">
            <a:spAutoFit/>
          </a:bodyPr>
          <a:lstStyle/>
          <a:p>
            <a:pPr marL="241300" indent="-228600">
              <a:lnSpc>
                <a:spcPts val="2280"/>
              </a:lnSpc>
              <a:spcBef>
                <a:spcPts val="100"/>
              </a:spcBef>
              <a:buFont typeface="Arial MT"/>
              <a:buChar char="•"/>
              <a:tabLst>
                <a:tab pos="240665" algn="l"/>
                <a:tab pos="241300" algn="l"/>
              </a:tabLst>
            </a:pPr>
            <a:r>
              <a:rPr sz="2000" spc="-130" dirty="0">
                <a:solidFill>
                  <a:srgbClr val="292929"/>
                </a:solidFill>
                <a:latin typeface="Microsoft Sans Serif"/>
                <a:cs typeface="Microsoft Sans Serif"/>
              </a:rPr>
              <a:t>The</a:t>
            </a:r>
            <a:r>
              <a:rPr sz="2000" spc="70" dirty="0">
                <a:solidFill>
                  <a:srgbClr val="292929"/>
                </a:solidFill>
                <a:latin typeface="Microsoft Sans Serif"/>
                <a:cs typeface="Microsoft Sans Serif"/>
              </a:rPr>
              <a:t> </a:t>
            </a:r>
            <a:r>
              <a:rPr sz="2000" spc="-70" dirty="0">
                <a:solidFill>
                  <a:srgbClr val="292929"/>
                </a:solidFill>
                <a:latin typeface="Microsoft Sans Serif"/>
                <a:cs typeface="Microsoft Sans Serif"/>
              </a:rPr>
              <a:t>place</a:t>
            </a:r>
            <a:r>
              <a:rPr sz="2000" spc="70" dirty="0">
                <a:solidFill>
                  <a:srgbClr val="292929"/>
                </a:solidFill>
                <a:latin typeface="Microsoft Sans Serif"/>
                <a:cs typeface="Microsoft Sans Serif"/>
              </a:rPr>
              <a:t> </a:t>
            </a:r>
            <a:r>
              <a:rPr sz="2000" spc="-25" dirty="0">
                <a:solidFill>
                  <a:srgbClr val="292929"/>
                </a:solidFill>
                <a:latin typeface="Microsoft Sans Serif"/>
                <a:cs typeface="Microsoft Sans Serif"/>
              </a:rPr>
              <a:t>from</a:t>
            </a:r>
            <a:r>
              <a:rPr sz="2000" spc="70" dirty="0">
                <a:solidFill>
                  <a:srgbClr val="292929"/>
                </a:solidFill>
                <a:latin typeface="Microsoft Sans Serif"/>
                <a:cs typeface="Microsoft Sans Serif"/>
              </a:rPr>
              <a:t> </a:t>
            </a:r>
            <a:r>
              <a:rPr sz="2000" spc="-70" dirty="0">
                <a:solidFill>
                  <a:srgbClr val="292929"/>
                </a:solidFill>
                <a:latin typeface="Microsoft Sans Serif"/>
                <a:cs typeface="Microsoft Sans Serif"/>
              </a:rPr>
              <a:t>where</a:t>
            </a:r>
            <a:r>
              <a:rPr sz="2000" spc="90" dirty="0">
                <a:solidFill>
                  <a:srgbClr val="292929"/>
                </a:solidFill>
                <a:latin typeface="Microsoft Sans Serif"/>
                <a:cs typeface="Microsoft Sans Serif"/>
              </a:rPr>
              <a:t> </a:t>
            </a:r>
            <a:r>
              <a:rPr sz="2000" spc="-85" dirty="0">
                <a:solidFill>
                  <a:srgbClr val="292929"/>
                </a:solidFill>
                <a:latin typeface="Microsoft Sans Serif"/>
                <a:cs typeface="Microsoft Sans Serif"/>
              </a:rPr>
              <a:t>launches</a:t>
            </a:r>
            <a:r>
              <a:rPr sz="2000" spc="50" dirty="0">
                <a:solidFill>
                  <a:srgbClr val="292929"/>
                </a:solidFill>
                <a:latin typeface="Microsoft Sans Serif"/>
                <a:cs typeface="Microsoft Sans Serif"/>
              </a:rPr>
              <a:t> </a:t>
            </a:r>
            <a:r>
              <a:rPr sz="2000" spc="-80" dirty="0">
                <a:solidFill>
                  <a:srgbClr val="292929"/>
                </a:solidFill>
                <a:latin typeface="Microsoft Sans Serif"/>
                <a:cs typeface="Microsoft Sans Serif"/>
              </a:rPr>
              <a:t>are</a:t>
            </a:r>
            <a:r>
              <a:rPr sz="2000" spc="80" dirty="0">
                <a:solidFill>
                  <a:srgbClr val="292929"/>
                </a:solidFill>
                <a:latin typeface="Microsoft Sans Serif"/>
                <a:cs typeface="Microsoft Sans Serif"/>
              </a:rPr>
              <a:t> </a:t>
            </a:r>
            <a:r>
              <a:rPr sz="2000" spc="-45" dirty="0">
                <a:solidFill>
                  <a:srgbClr val="292929"/>
                </a:solidFill>
                <a:latin typeface="Microsoft Sans Serif"/>
                <a:cs typeface="Microsoft Sans Serif"/>
              </a:rPr>
              <a:t>done</a:t>
            </a:r>
            <a:r>
              <a:rPr sz="2000" spc="100" dirty="0">
                <a:solidFill>
                  <a:srgbClr val="292929"/>
                </a:solidFill>
                <a:latin typeface="Microsoft Sans Serif"/>
                <a:cs typeface="Microsoft Sans Serif"/>
              </a:rPr>
              <a:t> </a:t>
            </a:r>
            <a:r>
              <a:rPr sz="2000" spc="-120" dirty="0">
                <a:solidFill>
                  <a:srgbClr val="292929"/>
                </a:solidFill>
                <a:latin typeface="Microsoft Sans Serif"/>
                <a:cs typeface="Microsoft Sans Serif"/>
              </a:rPr>
              <a:t>seems</a:t>
            </a:r>
            <a:r>
              <a:rPr sz="2000" spc="60" dirty="0">
                <a:solidFill>
                  <a:srgbClr val="292929"/>
                </a:solidFill>
                <a:latin typeface="Microsoft Sans Serif"/>
                <a:cs typeface="Microsoft Sans Serif"/>
              </a:rPr>
              <a:t> </a:t>
            </a:r>
            <a:r>
              <a:rPr sz="2000" spc="35" dirty="0">
                <a:solidFill>
                  <a:srgbClr val="292929"/>
                </a:solidFill>
                <a:latin typeface="Microsoft Sans Serif"/>
                <a:cs typeface="Microsoft Sans Serif"/>
              </a:rPr>
              <a:t>to</a:t>
            </a:r>
            <a:r>
              <a:rPr sz="2000" spc="85" dirty="0">
                <a:solidFill>
                  <a:srgbClr val="292929"/>
                </a:solidFill>
                <a:latin typeface="Microsoft Sans Serif"/>
                <a:cs typeface="Microsoft Sans Serif"/>
              </a:rPr>
              <a:t> </a:t>
            </a:r>
            <a:r>
              <a:rPr sz="2000" spc="-50" dirty="0">
                <a:solidFill>
                  <a:srgbClr val="292929"/>
                </a:solidFill>
                <a:latin typeface="Microsoft Sans Serif"/>
                <a:cs typeface="Microsoft Sans Serif"/>
              </a:rPr>
              <a:t>be</a:t>
            </a:r>
            <a:r>
              <a:rPr sz="2000" spc="75" dirty="0">
                <a:solidFill>
                  <a:srgbClr val="292929"/>
                </a:solidFill>
                <a:latin typeface="Microsoft Sans Serif"/>
                <a:cs typeface="Microsoft Sans Serif"/>
              </a:rPr>
              <a:t> </a:t>
            </a:r>
            <a:r>
              <a:rPr sz="2000" spc="-135" dirty="0">
                <a:solidFill>
                  <a:srgbClr val="292929"/>
                </a:solidFill>
                <a:latin typeface="Microsoft Sans Serif"/>
                <a:cs typeface="Microsoft Sans Serif"/>
              </a:rPr>
              <a:t>a</a:t>
            </a:r>
            <a:r>
              <a:rPr sz="2000" spc="75" dirty="0">
                <a:solidFill>
                  <a:srgbClr val="292929"/>
                </a:solidFill>
                <a:latin typeface="Microsoft Sans Serif"/>
                <a:cs typeface="Microsoft Sans Serif"/>
              </a:rPr>
              <a:t> </a:t>
            </a:r>
            <a:r>
              <a:rPr sz="2000" spc="-70" dirty="0">
                <a:solidFill>
                  <a:srgbClr val="292929"/>
                </a:solidFill>
                <a:latin typeface="Microsoft Sans Serif"/>
                <a:cs typeface="Microsoft Sans Serif"/>
              </a:rPr>
              <a:t>very</a:t>
            </a:r>
            <a:r>
              <a:rPr sz="2000" spc="75" dirty="0">
                <a:solidFill>
                  <a:srgbClr val="292929"/>
                </a:solidFill>
                <a:latin typeface="Microsoft Sans Serif"/>
                <a:cs typeface="Microsoft Sans Serif"/>
              </a:rPr>
              <a:t> </a:t>
            </a:r>
            <a:r>
              <a:rPr sz="2000" spc="-15" dirty="0">
                <a:solidFill>
                  <a:srgbClr val="292929"/>
                </a:solidFill>
                <a:latin typeface="Microsoft Sans Serif"/>
                <a:cs typeface="Microsoft Sans Serif"/>
              </a:rPr>
              <a:t>important</a:t>
            </a:r>
            <a:r>
              <a:rPr sz="2000" spc="85" dirty="0">
                <a:solidFill>
                  <a:srgbClr val="292929"/>
                </a:solidFill>
                <a:latin typeface="Microsoft Sans Serif"/>
                <a:cs typeface="Microsoft Sans Serif"/>
              </a:rPr>
              <a:t> </a:t>
            </a:r>
            <a:r>
              <a:rPr sz="2000" spc="-30" dirty="0">
                <a:solidFill>
                  <a:srgbClr val="292929"/>
                </a:solidFill>
                <a:latin typeface="Microsoft Sans Serif"/>
                <a:cs typeface="Microsoft Sans Serif"/>
              </a:rPr>
              <a:t>factor</a:t>
            </a:r>
            <a:r>
              <a:rPr sz="2000" spc="80" dirty="0">
                <a:solidFill>
                  <a:srgbClr val="292929"/>
                </a:solidFill>
                <a:latin typeface="Microsoft Sans Serif"/>
                <a:cs typeface="Microsoft Sans Serif"/>
              </a:rPr>
              <a:t> </a:t>
            </a:r>
            <a:r>
              <a:rPr sz="2000" spc="-5" dirty="0">
                <a:solidFill>
                  <a:srgbClr val="292929"/>
                </a:solidFill>
                <a:latin typeface="Microsoft Sans Serif"/>
                <a:cs typeface="Microsoft Sans Serif"/>
              </a:rPr>
              <a:t>of</a:t>
            </a:r>
            <a:endParaRPr sz="2000">
              <a:latin typeface="Microsoft Sans Serif"/>
              <a:cs typeface="Microsoft Sans Serif"/>
            </a:endParaRPr>
          </a:p>
          <a:p>
            <a:pPr marL="241300">
              <a:lnSpc>
                <a:spcPts val="2280"/>
              </a:lnSpc>
            </a:pPr>
            <a:r>
              <a:rPr sz="2000" spc="-110" dirty="0">
                <a:solidFill>
                  <a:srgbClr val="292929"/>
                </a:solidFill>
                <a:latin typeface="Microsoft Sans Serif"/>
                <a:cs typeface="Microsoft Sans Serif"/>
              </a:rPr>
              <a:t>success</a:t>
            </a:r>
            <a:r>
              <a:rPr sz="2000" spc="20" dirty="0">
                <a:solidFill>
                  <a:srgbClr val="292929"/>
                </a:solidFill>
                <a:latin typeface="Microsoft Sans Serif"/>
                <a:cs typeface="Microsoft Sans Serif"/>
              </a:rPr>
              <a:t> </a:t>
            </a:r>
            <a:r>
              <a:rPr sz="2000" spc="-5" dirty="0">
                <a:solidFill>
                  <a:srgbClr val="292929"/>
                </a:solidFill>
                <a:latin typeface="Microsoft Sans Serif"/>
                <a:cs typeface="Microsoft Sans Serif"/>
              </a:rPr>
              <a:t>of</a:t>
            </a:r>
            <a:r>
              <a:rPr sz="2000" spc="35" dirty="0">
                <a:solidFill>
                  <a:srgbClr val="292929"/>
                </a:solidFill>
                <a:latin typeface="Microsoft Sans Serif"/>
                <a:cs typeface="Microsoft Sans Serif"/>
              </a:rPr>
              <a:t> </a:t>
            </a:r>
            <a:r>
              <a:rPr sz="2000" spc="-65" dirty="0">
                <a:solidFill>
                  <a:srgbClr val="292929"/>
                </a:solidFill>
                <a:latin typeface="Microsoft Sans Serif"/>
                <a:cs typeface="Microsoft Sans Serif"/>
              </a:rPr>
              <a:t>missions.</a:t>
            </a:r>
            <a:endParaRPr sz="2000">
              <a:latin typeface="Microsoft Sans Serif"/>
              <a:cs typeface="Microsoft Sans Serif"/>
            </a:endParaRPr>
          </a:p>
        </p:txBody>
      </p:sp>
      <p:pic>
        <p:nvPicPr>
          <p:cNvPr id="6" name="object 4">
            <a:extLst>
              <a:ext uri="{FF2B5EF4-FFF2-40B4-BE49-F238E27FC236}">
                <a16:creationId xmlns:a16="http://schemas.microsoft.com/office/drawing/2014/main" id="{26AA882A-4D63-C44E-5090-362D5767C0AC}"/>
              </a:ext>
            </a:extLst>
          </p:cNvPr>
          <p:cNvPicPr/>
          <p:nvPr/>
        </p:nvPicPr>
        <p:blipFill>
          <a:blip r:embed="rId3" cstate="print"/>
          <a:stretch>
            <a:fillRect/>
          </a:stretch>
        </p:blipFill>
        <p:spPr>
          <a:xfrm>
            <a:off x="2755900" y="1442719"/>
            <a:ext cx="5773420" cy="3972559"/>
          </a:xfrm>
          <a:prstGeom prst="rect">
            <a:avLst/>
          </a:prstGeom>
        </p:spPr>
      </p:pic>
    </p:spTree>
    <p:extLst>
      <p:ext uri="{BB962C8B-B14F-4D97-AF65-F5344CB8AC3E}">
        <p14:creationId xmlns:p14="http://schemas.microsoft.com/office/powerpoint/2010/main" val="981671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6EBDE2E6-5C47-36C6-7D20-A99C855B9332}"/>
              </a:ext>
            </a:extLst>
          </p:cNvPr>
          <p:cNvSpPr txBox="1"/>
          <p:nvPr/>
        </p:nvSpPr>
        <p:spPr>
          <a:xfrm>
            <a:off x="812800" y="5434647"/>
            <a:ext cx="5612130" cy="360680"/>
          </a:xfrm>
          <a:prstGeom prst="rect">
            <a:avLst/>
          </a:prstGeom>
        </p:spPr>
        <p:txBody>
          <a:bodyPr vert="horz" wrap="square" lIns="0" tIns="12700" rIns="0" bIns="0" rtlCol="0">
            <a:spAutoFit/>
          </a:bodyPr>
          <a:lstStyle/>
          <a:p>
            <a:pPr marL="241300" indent="-229235">
              <a:lnSpc>
                <a:spcPct val="100000"/>
              </a:lnSpc>
              <a:spcBef>
                <a:spcPts val="100"/>
              </a:spcBef>
              <a:buFont typeface="Arial MT"/>
              <a:buChar char="•"/>
              <a:tabLst>
                <a:tab pos="241300" algn="l"/>
                <a:tab pos="241935" algn="l"/>
              </a:tabLst>
            </a:pPr>
            <a:r>
              <a:rPr sz="2200" spc="40" dirty="0">
                <a:solidFill>
                  <a:srgbClr val="292929"/>
                </a:solidFill>
                <a:latin typeface="Microsoft Sans Serif"/>
                <a:cs typeface="Microsoft Sans Serif"/>
              </a:rPr>
              <a:t>76.9%</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80" dirty="0">
                <a:solidFill>
                  <a:srgbClr val="292929"/>
                </a:solidFill>
                <a:latin typeface="Microsoft Sans Serif"/>
                <a:cs typeface="Microsoft Sans Serif"/>
              </a:rPr>
              <a:t> </a:t>
            </a:r>
            <a:r>
              <a:rPr sz="2200" spc="-95" dirty="0">
                <a:solidFill>
                  <a:srgbClr val="292929"/>
                </a:solidFill>
                <a:latin typeface="Microsoft Sans Serif"/>
                <a:cs typeface="Microsoft Sans Serif"/>
              </a:rPr>
              <a:t>launches</a:t>
            </a:r>
            <a:r>
              <a:rPr sz="2200" spc="75"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75"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80" dirty="0">
                <a:solidFill>
                  <a:srgbClr val="292929"/>
                </a:solidFill>
                <a:latin typeface="Microsoft Sans Serif"/>
                <a:cs typeface="Microsoft Sans Serif"/>
              </a:rPr>
              <a:t> </a:t>
            </a:r>
            <a:r>
              <a:rPr sz="2200" spc="-20" dirty="0">
                <a:solidFill>
                  <a:srgbClr val="292929"/>
                </a:solidFill>
                <a:latin typeface="Microsoft Sans Serif"/>
                <a:cs typeface="Microsoft Sans Serif"/>
              </a:rPr>
              <a:t>in</a:t>
            </a:r>
            <a:r>
              <a:rPr sz="2200" spc="80" dirty="0">
                <a:solidFill>
                  <a:srgbClr val="292929"/>
                </a:solidFill>
                <a:latin typeface="Microsoft Sans Serif"/>
                <a:cs typeface="Microsoft Sans Serif"/>
              </a:rPr>
              <a:t> </a:t>
            </a:r>
            <a:r>
              <a:rPr sz="2200" spc="-25" dirty="0">
                <a:solidFill>
                  <a:srgbClr val="292929"/>
                </a:solidFill>
                <a:latin typeface="Microsoft Sans Serif"/>
                <a:cs typeface="Microsoft Sans Serif"/>
              </a:rPr>
              <a:t>this</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site.</a:t>
            </a:r>
            <a:endParaRPr sz="2200">
              <a:latin typeface="Microsoft Sans Serif"/>
              <a:cs typeface="Microsoft Sans Serif"/>
            </a:endParaRPr>
          </a:p>
        </p:txBody>
      </p:sp>
      <p:pic>
        <p:nvPicPr>
          <p:cNvPr id="11" name="object 4">
            <a:extLst>
              <a:ext uri="{FF2B5EF4-FFF2-40B4-BE49-F238E27FC236}">
                <a16:creationId xmlns:a16="http://schemas.microsoft.com/office/drawing/2014/main" id="{B5F4791E-DE8E-9DD6-26C8-2F0CB6EA9589}"/>
              </a:ext>
            </a:extLst>
          </p:cNvPr>
          <p:cNvPicPr/>
          <p:nvPr/>
        </p:nvPicPr>
        <p:blipFill>
          <a:blip r:embed="rId3" cstate="print"/>
          <a:stretch>
            <a:fillRect/>
          </a:stretch>
        </p:blipFill>
        <p:spPr>
          <a:xfrm>
            <a:off x="3208020" y="2047239"/>
            <a:ext cx="5775959" cy="2763519"/>
          </a:xfrm>
          <a:prstGeom prst="rect">
            <a:avLst/>
          </a:prstGeom>
        </p:spPr>
      </p:pic>
      <p:sp>
        <p:nvSpPr>
          <p:cNvPr id="12" name="object 5">
            <a:extLst>
              <a:ext uri="{FF2B5EF4-FFF2-40B4-BE49-F238E27FC236}">
                <a16:creationId xmlns:a16="http://schemas.microsoft.com/office/drawing/2014/main" id="{7090E33B-4DE5-1434-CF5E-709E3E3EAF70}"/>
              </a:ext>
            </a:extLst>
          </p:cNvPr>
          <p:cNvSpPr txBox="1">
            <a:spLocks/>
          </p:cNvSpPr>
          <p:nvPr/>
        </p:nvSpPr>
        <p:spPr>
          <a:xfrm>
            <a:off x="11086845" y="6104032"/>
            <a:ext cx="320040" cy="256539"/>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839"/>
              </a:lnSpc>
            </a:pPr>
            <a:fld id="{81D60167-4931-47E6-BA6A-407CBD079E47}" type="slidenum">
              <a:rPr lang="en-IN" spc="75" smtClean="0"/>
              <a:pPr marL="38100">
                <a:lnSpc>
                  <a:spcPts val="1839"/>
                </a:lnSpc>
              </a:pPr>
              <a:t>41</a:t>
            </a:fld>
            <a:endParaRPr lang="en-IN" spc="75" dirty="0"/>
          </a:p>
        </p:txBody>
      </p:sp>
      <p:sp>
        <p:nvSpPr>
          <p:cNvPr id="17" name="object 3">
            <a:extLst>
              <a:ext uri="{FF2B5EF4-FFF2-40B4-BE49-F238E27FC236}">
                <a16:creationId xmlns:a16="http://schemas.microsoft.com/office/drawing/2014/main" id="{E4D519C5-1F02-DF5C-D4BE-DF157AD6F556}"/>
              </a:ext>
            </a:extLst>
          </p:cNvPr>
          <p:cNvSpPr txBox="1">
            <a:spLocks/>
          </p:cNvSpPr>
          <p:nvPr/>
        </p:nvSpPr>
        <p:spPr>
          <a:xfrm>
            <a:off x="848993" y="418528"/>
            <a:ext cx="8454663" cy="582211"/>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US" sz="3700" spc="-15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&lt;Lau</a:t>
            </a:r>
            <a:r>
              <a:rPr lang="en-US" sz="3700" spc="-16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nch</a:t>
            </a:r>
            <a:r>
              <a:rPr lang="en-US" sz="3700" spc="13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700" spc="-52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S</a:t>
            </a:r>
            <a:r>
              <a:rPr lang="en-US" sz="3700" spc="-204"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uccess</a:t>
            </a:r>
            <a:r>
              <a:rPr lang="en-US" sz="3700" spc="15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700" spc="-12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Rati</a:t>
            </a:r>
            <a:r>
              <a:rPr lang="en-US" sz="3700" spc="-14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o</a:t>
            </a:r>
            <a:r>
              <a:rPr lang="en-US" sz="3700" spc="11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700" spc="1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for</a:t>
            </a:r>
            <a:r>
              <a:rPr lang="en-US" sz="3700" spc="13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700" spc="-45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KS</a:t>
            </a:r>
            <a:r>
              <a:rPr lang="en-US" sz="3700" spc="-48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US" sz="3700" spc="130"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700" spc="-34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LC</a:t>
            </a:r>
            <a:r>
              <a:rPr lang="en-US" sz="3700" spc="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3700" spc="65" dirty="0">
                <a:solidFill>
                  <a:srgbClr val="0A48CA"/>
                </a:solidFill>
                <a:latin typeface="Microsoft Sans Serif" panose="020B0604020202020204" pitchFamily="34" charset="0"/>
                <a:ea typeface="Microsoft Sans Serif" panose="020B0604020202020204" pitchFamily="34" charset="0"/>
                <a:cs typeface="Microsoft Sans Serif" panose="020B0604020202020204" pitchFamily="34" charset="0"/>
              </a:rPr>
              <a:t>39A&gt;</a:t>
            </a:r>
          </a:p>
        </p:txBody>
      </p:sp>
    </p:spTree>
    <p:extLst>
      <p:ext uri="{BB962C8B-B14F-4D97-AF65-F5344CB8AC3E}">
        <p14:creationId xmlns:p14="http://schemas.microsoft.com/office/powerpoint/2010/main" val="239597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42</a:t>
            </a:fld>
            <a:endParaRPr lang="en-US"/>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a:t>
            </a:r>
            <a:r>
              <a:rPr lang="en-IN" spc="-140" dirty="0"/>
              <a:t>Payload</a:t>
            </a:r>
            <a:r>
              <a:rPr lang="en-IN" spc="110" dirty="0"/>
              <a:t> </a:t>
            </a:r>
            <a:r>
              <a:rPr lang="en-IN" spc="-180" dirty="0"/>
              <a:t>vs.</a:t>
            </a:r>
            <a:r>
              <a:rPr lang="en-IN" spc="110" dirty="0"/>
              <a:t> </a:t>
            </a:r>
            <a:r>
              <a:rPr lang="en-IN" spc="-160" dirty="0"/>
              <a:t>Launch</a:t>
            </a:r>
            <a:r>
              <a:rPr lang="en-IN" spc="90" dirty="0"/>
              <a:t> </a:t>
            </a:r>
            <a:r>
              <a:rPr lang="en-IN" spc="-130" dirty="0"/>
              <a:t>Outcome</a:t>
            </a:r>
            <a:r>
              <a:rPr lang="en-US" dirty="0">
                <a:solidFill>
                  <a:srgbClr val="0B49CB"/>
                </a:solidFill>
                <a:latin typeface="Abadi"/>
              </a:rPr>
              <a:t>&gt;</a:t>
            </a:r>
          </a:p>
        </p:txBody>
      </p:sp>
      <p:sp>
        <p:nvSpPr>
          <p:cNvPr id="2" name="object 2">
            <a:extLst>
              <a:ext uri="{FF2B5EF4-FFF2-40B4-BE49-F238E27FC236}">
                <a16:creationId xmlns:a16="http://schemas.microsoft.com/office/drawing/2014/main" id="{4F2BA6DA-3F29-38ED-993C-15AA8CA33AFB}"/>
              </a:ext>
            </a:extLst>
          </p:cNvPr>
          <p:cNvSpPr txBox="1"/>
          <p:nvPr/>
        </p:nvSpPr>
        <p:spPr>
          <a:xfrm>
            <a:off x="829156" y="4305447"/>
            <a:ext cx="3815959" cy="1028487"/>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95" dirty="0">
                <a:solidFill>
                  <a:srgbClr val="292929"/>
                </a:solidFill>
                <a:latin typeface="Microsoft Sans Serif"/>
                <a:cs typeface="Microsoft Sans Serif"/>
              </a:rPr>
              <a:t>Payloads</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under</a:t>
            </a:r>
            <a:r>
              <a:rPr sz="2200" spc="85" dirty="0">
                <a:solidFill>
                  <a:srgbClr val="292929"/>
                </a:solidFill>
                <a:latin typeface="Microsoft Sans Serif"/>
                <a:cs typeface="Microsoft Sans Serif"/>
              </a:rPr>
              <a:t> </a:t>
            </a:r>
            <a:r>
              <a:rPr sz="2200" spc="35" dirty="0">
                <a:solidFill>
                  <a:srgbClr val="292929"/>
                </a:solidFill>
                <a:latin typeface="Microsoft Sans Serif"/>
                <a:cs typeface="Microsoft Sans Serif"/>
              </a:rPr>
              <a:t>6,000kg</a:t>
            </a:r>
            <a:r>
              <a:rPr sz="2200" spc="105"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75" dirty="0">
                <a:solidFill>
                  <a:srgbClr val="292929"/>
                </a:solidFill>
                <a:latin typeface="Microsoft Sans Serif"/>
                <a:cs typeface="Microsoft Sans Serif"/>
              </a:rPr>
              <a:t> </a:t>
            </a:r>
            <a:r>
              <a:rPr sz="2200" spc="-215" dirty="0">
                <a:solidFill>
                  <a:srgbClr val="292929"/>
                </a:solidFill>
                <a:latin typeface="Microsoft Sans Serif"/>
                <a:cs typeface="Microsoft Sans Serif"/>
              </a:rPr>
              <a:t>FT</a:t>
            </a:r>
            <a:r>
              <a:rPr sz="2200" spc="85" dirty="0">
                <a:solidFill>
                  <a:srgbClr val="292929"/>
                </a:solidFill>
                <a:latin typeface="Microsoft Sans Serif"/>
                <a:cs typeface="Microsoft Sans Serif"/>
              </a:rPr>
              <a:t> </a:t>
            </a:r>
            <a:r>
              <a:rPr sz="2200" spc="-35" dirty="0">
                <a:solidFill>
                  <a:srgbClr val="292929"/>
                </a:solidFill>
                <a:latin typeface="Microsoft Sans Serif"/>
                <a:cs typeface="Microsoft Sans Serif"/>
              </a:rPr>
              <a:t>boosters</a:t>
            </a:r>
            <a:r>
              <a:rPr sz="2200" spc="80"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60" dirty="0">
                <a:solidFill>
                  <a:srgbClr val="292929"/>
                </a:solidFill>
                <a:latin typeface="Microsoft Sans Serif"/>
                <a:cs typeface="Microsoft Sans Serif"/>
              </a:rPr>
              <a:t> </a:t>
            </a:r>
            <a:r>
              <a:rPr sz="2200" spc="-45" dirty="0">
                <a:solidFill>
                  <a:srgbClr val="292929"/>
                </a:solidFill>
                <a:latin typeface="Microsoft Sans Serif"/>
                <a:cs typeface="Microsoft Sans Serif"/>
              </a:rPr>
              <a:t>most</a:t>
            </a:r>
            <a:r>
              <a:rPr sz="2200" spc="90"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70" dirty="0">
                <a:solidFill>
                  <a:srgbClr val="292929"/>
                </a:solidFill>
                <a:latin typeface="Microsoft Sans Serif"/>
                <a:cs typeface="Microsoft Sans Serif"/>
              </a:rPr>
              <a:t> </a:t>
            </a:r>
            <a:r>
              <a:rPr sz="2200" spc="-45" dirty="0">
                <a:solidFill>
                  <a:srgbClr val="292929"/>
                </a:solidFill>
                <a:latin typeface="Microsoft Sans Serif"/>
                <a:cs typeface="Microsoft Sans Serif"/>
              </a:rPr>
              <a:t>combination.</a:t>
            </a:r>
            <a:endParaRPr sz="2200" dirty="0">
              <a:latin typeface="Microsoft Sans Serif"/>
              <a:cs typeface="Microsoft Sans Serif"/>
            </a:endParaRPr>
          </a:p>
        </p:txBody>
      </p:sp>
      <p:pic>
        <p:nvPicPr>
          <p:cNvPr id="4" name="object 4">
            <a:extLst>
              <a:ext uri="{FF2B5EF4-FFF2-40B4-BE49-F238E27FC236}">
                <a16:creationId xmlns:a16="http://schemas.microsoft.com/office/drawing/2014/main" id="{F75AA0F3-B2D9-73DA-47BA-A54C78AFEBF3}"/>
              </a:ext>
            </a:extLst>
          </p:cNvPr>
          <p:cNvPicPr/>
          <p:nvPr/>
        </p:nvPicPr>
        <p:blipFill>
          <a:blip r:embed="rId3" cstate="print"/>
          <a:stretch>
            <a:fillRect/>
          </a:stretch>
        </p:blipFill>
        <p:spPr>
          <a:xfrm>
            <a:off x="988604" y="1584235"/>
            <a:ext cx="3656511" cy="2405016"/>
          </a:xfrm>
          <a:prstGeom prst="rect">
            <a:avLst/>
          </a:prstGeom>
        </p:spPr>
      </p:pic>
      <p:sp>
        <p:nvSpPr>
          <p:cNvPr id="6" name="object 2">
            <a:extLst>
              <a:ext uri="{FF2B5EF4-FFF2-40B4-BE49-F238E27FC236}">
                <a16:creationId xmlns:a16="http://schemas.microsoft.com/office/drawing/2014/main" id="{6A4F5F2B-EE22-6B1C-3A87-E5BAB854F606}"/>
              </a:ext>
            </a:extLst>
          </p:cNvPr>
          <p:cNvSpPr txBox="1"/>
          <p:nvPr/>
        </p:nvSpPr>
        <p:spPr>
          <a:xfrm>
            <a:off x="6666352" y="4301527"/>
            <a:ext cx="4619259" cy="689932"/>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95" dirty="0">
                <a:solidFill>
                  <a:srgbClr val="292929"/>
                </a:solidFill>
                <a:latin typeface="Microsoft Sans Serif"/>
                <a:cs typeface="Microsoft Sans Serif"/>
              </a:rPr>
              <a:t>There’s</a:t>
            </a:r>
            <a:r>
              <a:rPr sz="2200" spc="85" dirty="0">
                <a:solidFill>
                  <a:srgbClr val="292929"/>
                </a:solidFill>
                <a:latin typeface="Microsoft Sans Serif"/>
                <a:cs typeface="Microsoft Sans Serif"/>
              </a:rPr>
              <a:t> </a:t>
            </a:r>
            <a:r>
              <a:rPr sz="2200" spc="5" dirty="0">
                <a:solidFill>
                  <a:srgbClr val="292929"/>
                </a:solidFill>
                <a:latin typeface="Microsoft Sans Serif"/>
                <a:cs typeface="Microsoft Sans Serif"/>
              </a:rPr>
              <a:t>not</a:t>
            </a:r>
            <a:r>
              <a:rPr sz="2200" spc="65" dirty="0">
                <a:solidFill>
                  <a:srgbClr val="292929"/>
                </a:solidFill>
                <a:latin typeface="Microsoft Sans Serif"/>
                <a:cs typeface="Microsoft Sans Serif"/>
              </a:rPr>
              <a:t> </a:t>
            </a:r>
            <a:r>
              <a:rPr sz="2200" spc="-50" dirty="0">
                <a:solidFill>
                  <a:srgbClr val="292929"/>
                </a:solidFill>
                <a:latin typeface="Microsoft Sans Serif"/>
                <a:cs typeface="Microsoft Sans Serif"/>
              </a:rPr>
              <a:t>enough</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5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85" dirty="0">
                <a:solidFill>
                  <a:srgbClr val="292929"/>
                </a:solidFill>
                <a:latin typeface="Microsoft Sans Serif"/>
                <a:cs typeface="Microsoft Sans Serif"/>
              </a:rPr>
              <a:t> </a:t>
            </a:r>
            <a:r>
              <a:rPr sz="2200" spc="-55" dirty="0">
                <a:solidFill>
                  <a:srgbClr val="292929"/>
                </a:solidFill>
                <a:latin typeface="Microsoft Sans Serif"/>
                <a:cs typeface="Microsoft Sans Serif"/>
              </a:rPr>
              <a:t>estimate</a:t>
            </a:r>
            <a:r>
              <a:rPr sz="2200" spc="55" dirty="0">
                <a:solidFill>
                  <a:srgbClr val="292929"/>
                </a:solidFill>
                <a:latin typeface="Microsoft Sans Serif"/>
                <a:cs typeface="Microsoft Sans Serif"/>
              </a:rPr>
              <a:t> </a:t>
            </a:r>
            <a:r>
              <a:rPr sz="2200" spc="-35" dirty="0">
                <a:solidFill>
                  <a:srgbClr val="292929"/>
                </a:solidFill>
                <a:latin typeface="Microsoft Sans Serif"/>
                <a:cs typeface="Microsoft Sans Serif"/>
              </a:rPr>
              <a:t>risk</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60" dirty="0">
                <a:solidFill>
                  <a:srgbClr val="292929"/>
                </a:solidFill>
                <a:latin typeface="Microsoft Sans Serif"/>
                <a:cs typeface="Microsoft Sans Serif"/>
              </a:rPr>
              <a:t> </a:t>
            </a:r>
            <a:r>
              <a:rPr sz="2200" spc="-95" dirty="0">
                <a:solidFill>
                  <a:srgbClr val="292929"/>
                </a:solidFill>
                <a:latin typeface="Microsoft Sans Serif"/>
                <a:cs typeface="Microsoft Sans Serif"/>
              </a:rPr>
              <a:t>launches</a:t>
            </a:r>
            <a:r>
              <a:rPr sz="2200" spc="90" dirty="0">
                <a:solidFill>
                  <a:srgbClr val="292929"/>
                </a:solidFill>
                <a:latin typeface="Microsoft Sans Serif"/>
                <a:cs typeface="Microsoft Sans Serif"/>
              </a:rPr>
              <a:t> </a:t>
            </a:r>
            <a:r>
              <a:rPr sz="2200" spc="-45" dirty="0">
                <a:solidFill>
                  <a:srgbClr val="292929"/>
                </a:solidFill>
                <a:latin typeface="Microsoft Sans Serif"/>
                <a:cs typeface="Microsoft Sans Serif"/>
              </a:rPr>
              <a:t>over</a:t>
            </a:r>
            <a:r>
              <a:rPr sz="2200" spc="80" dirty="0">
                <a:solidFill>
                  <a:srgbClr val="292929"/>
                </a:solidFill>
                <a:latin typeface="Microsoft Sans Serif"/>
                <a:cs typeface="Microsoft Sans Serif"/>
              </a:rPr>
              <a:t> </a:t>
            </a:r>
            <a:r>
              <a:rPr sz="2200" spc="35" dirty="0">
                <a:solidFill>
                  <a:srgbClr val="292929"/>
                </a:solidFill>
                <a:latin typeface="Microsoft Sans Serif"/>
                <a:cs typeface="Microsoft Sans Serif"/>
              </a:rPr>
              <a:t>7,000kg</a:t>
            </a:r>
            <a:endParaRPr sz="2200" dirty="0">
              <a:latin typeface="Microsoft Sans Serif"/>
              <a:cs typeface="Microsoft Sans Serif"/>
            </a:endParaRPr>
          </a:p>
        </p:txBody>
      </p:sp>
      <p:pic>
        <p:nvPicPr>
          <p:cNvPr id="7" name="object 4">
            <a:extLst>
              <a:ext uri="{FF2B5EF4-FFF2-40B4-BE49-F238E27FC236}">
                <a16:creationId xmlns:a16="http://schemas.microsoft.com/office/drawing/2014/main" id="{479222A7-B4B0-5020-2BEE-E09249909BCC}"/>
              </a:ext>
            </a:extLst>
          </p:cNvPr>
          <p:cNvPicPr/>
          <p:nvPr/>
        </p:nvPicPr>
        <p:blipFill>
          <a:blip r:embed="rId4" cstate="print"/>
          <a:stretch>
            <a:fillRect/>
          </a:stretch>
        </p:blipFill>
        <p:spPr>
          <a:xfrm>
            <a:off x="6832269" y="1657557"/>
            <a:ext cx="3815959" cy="2299789"/>
          </a:xfrm>
          <a:prstGeom prst="rect">
            <a:avLst/>
          </a:prstGeom>
        </p:spPr>
      </p:pic>
    </p:spTree>
    <p:extLst>
      <p:ext uri="{BB962C8B-B14F-4D97-AF65-F5344CB8AC3E}">
        <p14:creationId xmlns:p14="http://schemas.microsoft.com/office/powerpoint/2010/main" val="2324990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sp>
        <p:nvSpPr>
          <p:cNvPr id="2" name="object 2">
            <a:extLst>
              <a:ext uri="{FF2B5EF4-FFF2-40B4-BE49-F238E27FC236}">
                <a16:creationId xmlns:a16="http://schemas.microsoft.com/office/drawing/2014/main" id="{EE1E20E3-E491-F348-3F6B-168BF5909093}"/>
              </a:ext>
            </a:extLst>
          </p:cNvPr>
          <p:cNvSpPr txBox="1"/>
          <p:nvPr/>
        </p:nvSpPr>
        <p:spPr>
          <a:xfrm>
            <a:off x="848994" y="2098421"/>
            <a:ext cx="5086350" cy="2393950"/>
          </a:xfrm>
          <a:prstGeom prst="rect">
            <a:avLst/>
          </a:prstGeom>
        </p:spPr>
        <p:txBody>
          <a:bodyPr vert="horz" wrap="square" lIns="0" tIns="12700" rIns="0" bIns="0" rtlCol="0">
            <a:spAutoFit/>
          </a:bodyPr>
          <a:lstStyle/>
          <a:p>
            <a:pPr marL="241300" marR="147955" indent="-228600">
              <a:lnSpc>
                <a:spcPct val="100000"/>
              </a:lnSpc>
              <a:spcBef>
                <a:spcPts val="100"/>
              </a:spcBef>
              <a:buFont typeface="Arial MT"/>
              <a:buChar char="•"/>
              <a:tabLst>
                <a:tab pos="240665" algn="l"/>
                <a:tab pos="241300" algn="l"/>
              </a:tabLst>
            </a:pPr>
            <a:r>
              <a:rPr sz="2200" spc="-60" dirty="0">
                <a:solidFill>
                  <a:srgbClr val="292929"/>
                </a:solidFill>
                <a:latin typeface="Microsoft Sans Serif"/>
                <a:cs typeface="Microsoft Sans Serif"/>
              </a:rPr>
              <a:t>Four</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classification</a:t>
            </a:r>
            <a:r>
              <a:rPr sz="2200" spc="65" dirty="0">
                <a:solidFill>
                  <a:srgbClr val="292929"/>
                </a:solidFill>
                <a:latin typeface="Microsoft Sans Serif"/>
                <a:cs typeface="Microsoft Sans Serif"/>
              </a:rPr>
              <a:t> </a:t>
            </a:r>
            <a:r>
              <a:rPr sz="2200" spc="-60" dirty="0">
                <a:solidFill>
                  <a:srgbClr val="292929"/>
                </a:solidFill>
                <a:latin typeface="Microsoft Sans Serif"/>
                <a:cs typeface="Microsoft Sans Serif"/>
              </a:rPr>
              <a:t>models</a:t>
            </a:r>
            <a:r>
              <a:rPr sz="2200" spc="65"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tested, </a:t>
            </a:r>
            <a:r>
              <a:rPr sz="2200" spc="-4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65" dirty="0">
                <a:solidFill>
                  <a:srgbClr val="292929"/>
                </a:solidFill>
                <a:latin typeface="Microsoft Sans Serif"/>
                <a:cs typeface="Microsoft Sans Serif"/>
              </a:rPr>
              <a:t> </a:t>
            </a:r>
            <a:r>
              <a:rPr sz="2200" spc="-10" dirty="0">
                <a:solidFill>
                  <a:srgbClr val="292929"/>
                </a:solidFill>
                <a:latin typeface="Microsoft Sans Serif"/>
                <a:cs typeface="Microsoft Sans Serif"/>
              </a:rPr>
              <a:t>their</a:t>
            </a:r>
            <a:r>
              <a:rPr sz="2200" spc="70" dirty="0">
                <a:solidFill>
                  <a:srgbClr val="292929"/>
                </a:solidFill>
                <a:latin typeface="Microsoft Sans Serif"/>
                <a:cs typeface="Microsoft Sans Serif"/>
              </a:rPr>
              <a:t> </a:t>
            </a:r>
            <a:r>
              <a:rPr sz="2200" spc="-105" dirty="0">
                <a:solidFill>
                  <a:srgbClr val="292929"/>
                </a:solidFill>
                <a:latin typeface="Microsoft Sans Serif"/>
                <a:cs typeface="Microsoft Sans Serif"/>
              </a:rPr>
              <a:t>accuracies</a:t>
            </a:r>
            <a:r>
              <a:rPr sz="2200" spc="80"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70" dirty="0">
                <a:solidFill>
                  <a:srgbClr val="292929"/>
                </a:solidFill>
                <a:latin typeface="Microsoft Sans Serif"/>
                <a:cs typeface="Microsoft Sans Serif"/>
              </a:rPr>
              <a:t> </a:t>
            </a:r>
            <a:r>
              <a:rPr sz="2200" spc="15" dirty="0">
                <a:solidFill>
                  <a:srgbClr val="292929"/>
                </a:solidFill>
                <a:latin typeface="Microsoft Sans Serif"/>
                <a:cs typeface="Microsoft Sans Serif"/>
              </a:rPr>
              <a:t>plotted</a:t>
            </a:r>
            <a:r>
              <a:rPr sz="2200" spc="50" dirty="0">
                <a:solidFill>
                  <a:srgbClr val="292929"/>
                </a:solidFill>
                <a:latin typeface="Microsoft Sans Serif"/>
                <a:cs typeface="Microsoft Sans Serif"/>
              </a:rPr>
              <a:t> </a:t>
            </a:r>
            <a:r>
              <a:rPr sz="2200" spc="-65" dirty="0">
                <a:solidFill>
                  <a:srgbClr val="292929"/>
                </a:solidFill>
                <a:latin typeface="Microsoft Sans Serif"/>
                <a:cs typeface="Microsoft Sans Serif"/>
              </a:rPr>
              <a:t>beside;</a:t>
            </a:r>
            <a:endParaRPr sz="2200" dirty="0">
              <a:latin typeface="Microsoft Sans Serif"/>
              <a:cs typeface="Microsoft Sans Serif"/>
            </a:endParaRPr>
          </a:p>
          <a:p>
            <a:pPr>
              <a:lnSpc>
                <a:spcPct val="100000"/>
              </a:lnSpc>
              <a:buClr>
                <a:srgbClr val="292929"/>
              </a:buClr>
              <a:buFont typeface="Arial MT"/>
              <a:buChar char="•"/>
            </a:pPr>
            <a:endParaRPr sz="2500" dirty="0">
              <a:latin typeface="Microsoft Sans Serif"/>
              <a:cs typeface="Microsoft Sans Serif"/>
            </a:endParaRPr>
          </a:p>
          <a:p>
            <a:pPr>
              <a:lnSpc>
                <a:spcPct val="100000"/>
              </a:lnSpc>
              <a:spcBef>
                <a:spcPts val="5"/>
              </a:spcBef>
              <a:buClr>
                <a:srgbClr val="292929"/>
              </a:buClr>
              <a:buFont typeface="Arial MT"/>
              <a:buChar char="•"/>
            </a:pPr>
            <a:endParaRPr sz="2300" dirty="0">
              <a:latin typeface="Microsoft Sans Serif"/>
              <a:cs typeface="Microsoft Sans Serif"/>
            </a:endParaRPr>
          </a:p>
          <a:p>
            <a:pPr marL="241300" marR="5080" indent="-228600">
              <a:lnSpc>
                <a:spcPct val="100000"/>
              </a:lnSpc>
              <a:spcBef>
                <a:spcPts val="5"/>
              </a:spcBef>
              <a:buFont typeface="Arial MT"/>
              <a:buChar char="•"/>
              <a:tabLst>
                <a:tab pos="240665" algn="l"/>
                <a:tab pos="241300" algn="l"/>
              </a:tabLst>
            </a:pPr>
            <a:r>
              <a:rPr sz="2200" spc="-145" dirty="0">
                <a:solidFill>
                  <a:srgbClr val="292929"/>
                </a:solidFill>
                <a:latin typeface="Microsoft Sans Serif"/>
                <a:cs typeface="Microsoft Sans Serif"/>
              </a:rPr>
              <a:t>The</a:t>
            </a:r>
            <a:r>
              <a:rPr sz="2200" spc="70" dirty="0">
                <a:solidFill>
                  <a:srgbClr val="292929"/>
                </a:solidFill>
                <a:latin typeface="Microsoft Sans Serif"/>
                <a:cs typeface="Microsoft Sans Serif"/>
              </a:rPr>
              <a:t> </a:t>
            </a:r>
            <a:r>
              <a:rPr sz="2200" spc="-40" dirty="0">
                <a:solidFill>
                  <a:srgbClr val="292929"/>
                </a:solidFill>
                <a:latin typeface="Microsoft Sans Serif"/>
                <a:cs typeface="Microsoft Sans Serif"/>
              </a:rPr>
              <a:t>model</a:t>
            </a:r>
            <a:r>
              <a:rPr sz="2200" spc="60" dirty="0">
                <a:solidFill>
                  <a:srgbClr val="292929"/>
                </a:solidFill>
                <a:latin typeface="Microsoft Sans Serif"/>
                <a:cs typeface="Microsoft Sans Serif"/>
              </a:rPr>
              <a:t> </a:t>
            </a:r>
            <a:r>
              <a:rPr sz="2200" dirty="0">
                <a:solidFill>
                  <a:srgbClr val="292929"/>
                </a:solidFill>
                <a:latin typeface="Microsoft Sans Serif"/>
                <a:cs typeface="Microsoft Sans Serif"/>
              </a:rPr>
              <a:t>with</a:t>
            </a:r>
            <a:r>
              <a:rPr sz="2200" spc="6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65" dirty="0">
                <a:solidFill>
                  <a:srgbClr val="292929"/>
                </a:solidFill>
                <a:latin typeface="Microsoft Sans Serif"/>
                <a:cs typeface="Microsoft Sans Serif"/>
              </a:rPr>
              <a:t> </a:t>
            </a:r>
            <a:r>
              <a:rPr sz="2200" spc="-40" dirty="0">
                <a:solidFill>
                  <a:srgbClr val="292929"/>
                </a:solidFill>
                <a:latin typeface="Microsoft Sans Serif"/>
                <a:cs typeface="Microsoft Sans Serif"/>
              </a:rPr>
              <a:t>highest</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classification </a:t>
            </a:r>
            <a:r>
              <a:rPr sz="2200" spc="-570" dirty="0">
                <a:solidFill>
                  <a:srgbClr val="292929"/>
                </a:solidFill>
                <a:latin typeface="Microsoft Sans Serif"/>
                <a:cs typeface="Microsoft Sans Serif"/>
              </a:rPr>
              <a:t> </a:t>
            </a:r>
            <a:r>
              <a:rPr sz="2200" spc="-110" dirty="0">
                <a:solidFill>
                  <a:srgbClr val="292929"/>
                </a:solidFill>
                <a:latin typeface="Microsoft Sans Serif"/>
                <a:cs typeface="Microsoft Sans Serif"/>
              </a:rPr>
              <a:t>accuracy</a:t>
            </a:r>
            <a:r>
              <a:rPr sz="2200" spc="360" dirty="0">
                <a:solidFill>
                  <a:srgbClr val="292929"/>
                </a:solidFill>
                <a:latin typeface="Microsoft Sans Serif"/>
                <a:cs typeface="Microsoft Sans Serif"/>
              </a:rPr>
              <a:t> </a:t>
            </a:r>
            <a:r>
              <a:rPr sz="2200" spc="-60" dirty="0">
                <a:solidFill>
                  <a:srgbClr val="292929"/>
                </a:solidFill>
                <a:latin typeface="Microsoft Sans Serif"/>
                <a:cs typeface="Microsoft Sans Serif"/>
              </a:rPr>
              <a:t>is </a:t>
            </a:r>
            <a:r>
              <a:rPr sz="2200" spc="-65" dirty="0">
                <a:solidFill>
                  <a:srgbClr val="292929"/>
                </a:solidFill>
                <a:latin typeface="Microsoft Sans Serif"/>
                <a:cs typeface="Microsoft Sans Serif"/>
              </a:rPr>
              <a:t>Decision </a:t>
            </a:r>
            <a:r>
              <a:rPr sz="2200" spc="-120" dirty="0">
                <a:solidFill>
                  <a:srgbClr val="292929"/>
                </a:solidFill>
                <a:latin typeface="Microsoft Sans Serif"/>
                <a:cs typeface="Microsoft Sans Serif"/>
              </a:rPr>
              <a:t>Tree</a:t>
            </a:r>
            <a:r>
              <a:rPr sz="2200" spc="345" dirty="0">
                <a:solidFill>
                  <a:srgbClr val="292929"/>
                </a:solidFill>
                <a:latin typeface="Microsoft Sans Serif"/>
                <a:cs typeface="Microsoft Sans Serif"/>
              </a:rPr>
              <a:t> </a:t>
            </a:r>
            <a:r>
              <a:rPr sz="2200" spc="-85" dirty="0">
                <a:solidFill>
                  <a:srgbClr val="292929"/>
                </a:solidFill>
                <a:latin typeface="Microsoft Sans Serif"/>
                <a:cs typeface="Microsoft Sans Serif"/>
              </a:rPr>
              <a:t>Classifier, </a:t>
            </a:r>
            <a:r>
              <a:rPr sz="2200" spc="-80" dirty="0">
                <a:solidFill>
                  <a:srgbClr val="292929"/>
                </a:solidFill>
                <a:latin typeface="Microsoft Sans Serif"/>
                <a:cs typeface="Microsoft Sans Serif"/>
              </a:rPr>
              <a:t> </a:t>
            </a:r>
            <a:r>
              <a:rPr sz="2200" spc="-60" dirty="0">
                <a:solidFill>
                  <a:srgbClr val="292929"/>
                </a:solidFill>
                <a:latin typeface="Microsoft Sans Serif"/>
                <a:cs typeface="Microsoft Sans Serif"/>
              </a:rPr>
              <a:t>which</a:t>
            </a:r>
            <a:r>
              <a:rPr sz="2200" spc="75" dirty="0">
                <a:solidFill>
                  <a:srgbClr val="292929"/>
                </a:solidFill>
                <a:latin typeface="Microsoft Sans Serif"/>
                <a:cs typeface="Microsoft Sans Serif"/>
              </a:rPr>
              <a:t> </a:t>
            </a:r>
            <a:r>
              <a:rPr sz="2200" spc="-120" dirty="0">
                <a:solidFill>
                  <a:srgbClr val="292929"/>
                </a:solidFill>
                <a:latin typeface="Microsoft Sans Serif"/>
                <a:cs typeface="Microsoft Sans Serif"/>
              </a:rPr>
              <a:t>has</a:t>
            </a:r>
            <a:r>
              <a:rPr sz="2200" spc="70" dirty="0">
                <a:solidFill>
                  <a:srgbClr val="292929"/>
                </a:solidFill>
                <a:latin typeface="Microsoft Sans Serif"/>
                <a:cs typeface="Microsoft Sans Serif"/>
              </a:rPr>
              <a:t> </a:t>
            </a:r>
            <a:r>
              <a:rPr sz="2200" spc="-105" dirty="0">
                <a:solidFill>
                  <a:srgbClr val="292929"/>
                </a:solidFill>
                <a:latin typeface="Microsoft Sans Serif"/>
                <a:cs typeface="Microsoft Sans Serif"/>
              </a:rPr>
              <a:t>accuracies</a:t>
            </a:r>
            <a:r>
              <a:rPr sz="2200" spc="65" dirty="0">
                <a:solidFill>
                  <a:srgbClr val="292929"/>
                </a:solidFill>
                <a:latin typeface="Microsoft Sans Serif"/>
                <a:cs typeface="Microsoft Sans Serif"/>
              </a:rPr>
              <a:t> </a:t>
            </a:r>
            <a:r>
              <a:rPr sz="2200" spc="-45" dirty="0">
                <a:solidFill>
                  <a:srgbClr val="292929"/>
                </a:solidFill>
                <a:latin typeface="Microsoft Sans Serif"/>
                <a:cs typeface="Microsoft Sans Serif"/>
              </a:rPr>
              <a:t>over</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than</a:t>
            </a:r>
            <a:r>
              <a:rPr sz="2200" spc="65" dirty="0">
                <a:solidFill>
                  <a:srgbClr val="292929"/>
                </a:solidFill>
                <a:latin typeface="Microsoft Sans Serif"/>
                <a:cs typeface="Microsoft Sans Serif"/>
              </a:rPr>
              <a:t> </a:t>
            </a:r>
            <a:r>
              <a:rPr sz="2200" spc="25" dirty="0">
                <a:solidFill>
                  <a:srgbClr val="292929"/>
                </a:solidFill>
                <a:latin typeface="Microsoft Sans Serif"/>
                <a:cs typeface="Microsoft Sans Serif"/>
              </a:rPr>
              <a:t>87%.</a:t>
            </a:r>
            <a:endParaRPr sz="2200" dirty="0">
              <a:latin typeface="Microsoft Sans Serif"/>
              <a:cs typeface="Microsoft Sans Serif"/>
            </a:endParaRPr>
          </a:p>
        </p:txBody>
      </p:sp>
      <p:pic>
        <p:nvPicPr>
          <p:cNvPr id="3" name="object 4">
            <a:extLst>
              <a:ext uri="{FF2B5EF4-FFF2-40B4-BE49-F238E27FC236}">
                <a16:creationId xmlns:a16="http://schemas.microsoft.com/office/drawing/2014/main" id="{8DD88CE7-078E-A76E-32A4-9C6C3EC7CFDE}"/>
              </a:ext>
            </a:extLst>
          </p:cNvPr>
          <p:cNvPicPr/>
          <p:nvPr/>
        </p:nvPicPr>
        <p:blipFill>
          <a:blip r:embed="rId3" cstate="print"/>
          <a:stretch>
            <a:fillRect/>
          </a:stretch>
        </p:blipFill>
        <p:spPr>
          <a:xfrm>
            <a:off x="7167880" y="1897379"/>
            <a:ext cx="3677920" cy="2649220"/>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sp>
        <p:nvSpPr>
          <p:cNvPr id="2" name="object 2">
            <a:extLst>
              <a:ext uri="{FF2B5EF4-FFF2-40B4-BE49-F238E27FC236}">
                <a16:creationId xmlns:a16="http://schemas.microsoft.com/office/drawing/2014/main" id="{CAB890C5-D649-DC48-2D2A-BD39F6CB5A13}"/>
              </a:ext>
            </a:extLst>
          </p:cNvPr>
          <p:cNvSpPr txBox="1"/>
          <p:nvPr/>
        </p:nvSpPr>
        <p:spPr>
          <a:xfrm>
            <a:off x="848994" y="4972367"/>
            <a:ext cx="9220200" cy="63627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000" spc="-65" dirty="0">
                <a:solidFill>
                  <a:srgbClr val="292929"/>
                </a:solidFill>
                <a:latin typeface="Microsoft Sans Serif"/>
                <a:cs typeface="Microsoft Sans Serif"/>
              </a:rPr>
              <a:t>Confusion</a:t>
            </a:r>
            <a:r>
              <a:rPr sz="2000" spc="70" dirty="0">
                <a:solidFill>
                  <a:srgbClr val="292929"/>
                </a:solidFill>
                <a:latin typeface="Microsoft Sans Serif"/>
                <a:cs typeface="Microsoft Sans Serif"/>
              </a:rPr>
              <a:t> </a:t>
            </a:r>
            <a:r>
              <a:rPr sz="2000" spc="-40" dirty="0">
                <a:solidFill>
                  <a:srgbClr val="292929"/>
                </a:solidFill>
                <a:latin typeface="Microsoft Sans Serif"/>
                <a:cs typeface="Microsoft Sans Serif"/>
              </a:rPr>
              <a:t>matrix</a:t>
            </a:r>
            <a:r>
              <a:rPr sz="2000" spc="90" dirty="0">
                <a:solidFill>
                  <a:srgbClr val="292929"/>
                </a:solidFill>
                <a:latin typeface="Microsoft Sans Serif"/>
                <a:cs typeface="Microsoft Sans Serif"/>
              </a:rPr>
              <a:t> </a:t>
            </a:r>
            <a:r>
              <a:rPr sz="2000" spc="-5" dirty="0">
                <a:solidFill>
                  <a:srgbClr val="292929"/>
                </a:solidFill>
                <a:latin typeface="Microsoft Sans Serif"/>
                <a:cs typeface="Microsoft Sans Serif"/>
              </a:rPr>
              <a:t>of</a:t>
            </a:r>
            <a:r>
              <a:rPr sz="2000" spc="70" dirty="0">
                <a:solidFill>
                  <a:srgbClr val="292929"/>
                </a:solidFill>
                <a:latin typeface="Microsoft Sans Serif"/>
                <a:cs typeface="Microsoft Sans Serif"/>
              </a:rPr>
              <a:t> </a:t>
            </a:r>
            <a:r>
              <a:rPr sz="2000" spc="-55" dirty="0">
                <a:solidFill>
                  <a:srgbClr val="292929"/>
                </a:solidFill>
                <a:latin typeface="Microsoft Sans Serif"/>
                <a:cs typeface="Microsoft Sans Serif"/>
              </a:rPr>
              <a:t>Decision</a:t>
            </a:r>
            <a:r>
              <a:rPr sz="2000" spc="45" dirty="0">
                <a:solidFill>
                  <a:srgbClr val="292929"/>
                </a:solidFill>
                <a:latin typeface="Microsoft Sans Serif"/>
                <a:cs typeface="Microsoft Sans Serif"/>
              </a:rPr>
              <a:t> </a:t>
            </a:r>
            <a:r>
              <a:rPr sz="2000" spc="-110" dirty="0">
                <a:solidFill>
                  <a:srgbClr val="292929"/>
                </a:solidFill>
                <a:latin typeface="Microsoft Sans Serif"/>
                <a:cs typeface="Microsoft Sans Serif"/>
              </a:rPr>
              <a:t>Tree</a:t>
            </a:r>
            <a:r>
              <a:rPr sz="2000" spc="70" dirty="0">
                <a:solidFill>
                  <a:srgbClr val="292929"/>
                </a:solidFill>
                <a:latin typeface="Microsoft Sans Serif"/>
                <a:cs typeface="Microsoft Sans Serif"/>
              </a:rPr>
              <a:t> </a:t>
            </a:r>
            <a:r>
              <a:rPr sz="2000" spc="-75" dirty="0">
                <a:solidFill>
                  <a:srgbClr val="292929"/>
                </a:solidFill>
                <a:latin typeface="Microsoft Sans Serif"/>
                <a:cs typeface="Microsoft Sans Serif"/>
              </a:rPr>
              <a:t>Classifier</a:t>
            </a:r>
            <a:r>
              <a:rPr sz="2000" spc="40" dirty="0">
                <a:solidFill>
                  <a:srgbClr val="292929"/>
                </a:solidFill>
                <a:latin typeface="Microsoft Sans Serif"/>
                <a:cs typeface="Microsoft Sans Serif"/>
              </a:rPr>
              <a:t> </a:t>
            </a:r>
            <a:r>
              <a:rPr sz="2000" spc="-50" dirty="0">
                <a:solidFill>
                  <a:srgbClr val="292929"/>
                </a:solidFill>
                <a:latin typeface="Microsoft Sans Serif"/>
                <a:cs typeface="Microsoft Sans Serif"/>
              </a:rPr>
              <a:t>proves</a:t>
            </a:r>
            <a:r>
              <a:rPr sz="2000" spc="75" dirty="0">
                <a:solidFill>
                  <a:srgbClr val="292929"/>
                </a:solidFill>
                <a:latin typeface="Microsoft Sans Serif"/>
                <a:cs typeface="Microsoft Sans Serif"/>
              </a:rPr>
              <a:t> </a:t>
            </a:r>
            <a:r>
              <a:rPr sz="2000" spc="-10" dirty="0">
                <a:solidFill>
                  <a:srgbClr val="292929"/>
                </a:solidFill>
                <a:latin typeface="Microsoft Sans Serif"/>
                <a:cs typeface="Microsoft Sans Serif"/>
              </a:rPr>
              <a:t>its</a:t>
            </a:r>
            <a:r>
              <a:rPr sz="2000" spc="75" dirty="0">
                <a:solidFill>
                  <a:srgbClr val="292929"/>
                </a:solidFill>
                <a:latin typeface="Microsoft Sans Serif"/>
                <a:cs typeface="Microsoft Sans Serif"/>
              </a:rPr>
              <a:t> </a:t>
            </a:r>
            <a:r>
              <a:rPr sz="2000" spc="-100" dirty="0">
                <a:solidFill>
                  <a:srgbClr val="292929"/>
                </a:solidFill>
                <a:latin typeface="Microsoft Sans Serif"/>
                <a:cs typeface="Microsoft Sans Serif"/>
              </a:rPr>
              <a:t>accuracy</a:t>
            </a:r>
            <a:r>
              <a:rPr sz="2000" spc="55" dirty="0">
                <a:solidFill>
                  <a:srgbClr val="292929"/>
                </a:solidFill>
                <a:latin typeface="Microsoft Sans Serif"/>
                <a:cs typeface="Microsoft Sans Serif"/>
              </a:rPr>
              <a:t> </a:t>
            </a:r>
            <a:r>
              <a:rPr sz="2000" spc="-40" dirty="0">
                <a:solidFill>
                  <a:srgbClr val="292929"/>
                </a:solidFill>
                <a:latin typeface="Microsoft Sans Serif"/>
                <a:cs typeface="Microsoft Sans Serif"/>
              </a:rPr>
              <a:t>by</a:t>
            </a:r>
            <a:r>
              <a:rPr sz="2000" spc="75" dirty="0">
                <a:solidFill>
                  <a:srgbClr val="292929"/>
                </a:solidFill>
                <a:latin typeface="Microsoft Sans Serif"/>
                <a:cs typeface="Microsoft Sans Serif"/>
              </a:rPr>
              <a:t> </a:t>
            </a:r>
            <a:r>
              <a:rPr sz="2000" spc="-40" dirty="0">
                <a:solidFill>
                  <a:srgbClr val="292929"/>
                </a:solidFill>
                <a:latin typeface="Microsoft Sans Serif"/>
                <a:cs typeface="Microsoft Sans Serif"/>
              </a:rPr>
              <a:t>showing</a:t>
            </a:r>
            <a:r>
              <a:rPr sz="2000" spc="65" dirty="0">
                <a:solidFill>
                  <a:srgbClr val="292929"/>
                </a:solidFill>
                <a:latin typeface="Microsoft Sans Serif"/>
                <a:cs typeface="Microsoft Sans Serif"/>
              </a:rPr>
              <a:t> </a:t>
            </a:r>
            <a:r>
              <a:rPr sz="2000" spc="-30" dirty="0">
                <a:solidFill>
                  <a:srgbClr val="292929"/>
                </a:solidFill>
                <a:latin typeface="Microsoft Sans Serif"/>
                <a:cs typeface="Microsoft Sans Serif"/>
              </a:rPr>
              <a:t>the</a:t>
            </a:r>
            <a:r>
              <a:rPr sz="2000" spc="90" dirty="0">
                <a:solidFill>
                  <a:srgbClr val="292929"/>
                </a:solidFill>
                <a:latin typeface="Microsoft Sans Serif"/>
                <a:cs typeface="Microsoft Sans Serif"/>
              </a:rPr>
              <a:t> </a:t>
            </a:r>
            <a:r>
              <a:rPr sz="2000" spc="10" dirty="0">
                <a:solidFill>
                  <a:srgbClr val="292929"/>
                </a:solidFill>
                <a:latin typeface="Microsoft Sans Serif"/>
                <a:cs typeface="Microsoft Sans Serif"/>
              </a:rPr>
              <a:t>big</a:t>
            </a:r>
            <a:endParaRPr sz="2000">
              <a:latin typeface="Microsoft Sans Serif"/>
              <a:cs typeface="Microsoft Sans Serif"/>
            </a:endParaRPr>
          </a:p>
          <a:p>
            <a:pPr marL="241300">
              <a:lnSpc>
                <a:spcPct val="100000"/>
              </a:lnSpc>
              <a:spcBef>
                <a:spcPts val="5"/>
              </a:spcBef>
            </a:pPr>
            <a:r>
              <a:rPr sz="2000" spc="-65" dirty="0">
                <a:solidFill>
                  <a:srgbClr val="292929"/>
                </a:solidFill>
                <a:latin typeface="Microsoft Sans Serif"/>
                <a:cs typeface="Microsoft Sans Serif"/>
              </a:rPr>
              <a:t>numbers</a:t>
            </a:r>
            <a:r>
              <a:rPr sz="2000" spc="95" dirty="0">
                <a:solidFill>
                  <a:srgbClr val="292929"/>
                </a:solidFill>
                <a:latin typeface="Microsoft Sans Serif"/>
                <a:cs typeface="Microsoft Sans Serif"/>
              </a:rPr>
              <a:t> </a:t>
            </a:r>
            <a:r>
              <a:rPr sz="2000" spc="-5" dirty="0">
                <a:solidFill>
                  <a:srgbClr val="292929"/>
                </a:solidFill>
                <a:latin typeface="Microsoft Sans Serif"/>
                <a:cs typeface="Microsoft Sans Serif"/>
              </a:rPr>
              <a:t>of</a:t>
            </a:r>
            <a:r>
              <a:rPr sz="2000" spc="65" dirty="0">
                <a:solidFill>
                  <a:srgbClr val="292929"/>
                </a:solidFill>
                <a:latin typeface="Microsoft Sans Serif"/>
                <a:cs typeface="Microsoft Sans Serif"/>
              </a:rPr>
              <a:t> </a:t>
            </a:r>
            <a:r>
              <a:rPr sz="2000" spc="-20" dirty="0">
                <a:solidFill>
                  <a:srgbClr val="292929"/>
                </a:solidFill>
                <a:latin typeface="Microsoft Sans Serif"/>
                <a:cs typeface="Microsoft Sans Serif"/>
              </a:rPr>
              <a:t>true</a:t>
            </a:r>
            <a:r>
              <a:rPr sz="2000" spc="90" dirty="0">
                <a:solidFill>
                  <a:srgbClr val="292929"/>
                </a:solidFill>
                <a:latin typeface="Microsoft Sans Serif"/>
                <a:cs typeface="Microsoft Sans Serif"/>
              </a:rPr>
              <a:t> </a:t>
            </a:r>
            <a:r>
              <a:rPr sz="2000" spc="-25" dirty="0">
                <a:solidFill>
                  <a:srgbClr val="292929"/>
                </a:solidFill>
                <a:latin typeface="Microsoft Sans Serif"/>
                <a:cs typeface="Microsoft Sans Serif"/>
              </a:rPr>
              <a:t>positive</a:t>
            </a:r>
            <a:r>
              <a:rPr sz="2000" spc="80" dirty="0">
                <a:solidFill>
                  <a:srgbClr val="292929"/>
                </a:solidFill>
                <a:latin typeface="Microsoft Sans Serif"/>
                <a:cs typeface="Microsoft Sans Serif"/>
              </a:rPr>
              <a:t> </a:t>
            </a:r>
            <a:r>
              <a:rPr sz="2000" spc="-65" dirty="0">
                <a:solidFill>
                  <a:srgbClr val="292929"/>
                </a:solidFill>
                <a:latin typeface="Microsoft Sans Serif"/>
                <a:cs typeface="Microsoft Sans Serif"/>
              </a:rPr>
              <a:t>and</a:t>
            </a:r>
            <a:r>
              <a:rPr sz="2000" spc="65" dirty="0">
                <a:solidFill>
                  <a:srgbClr val="292929"/>
                </a:solidFill>
                <a:latin typeface="Microsoft Sans Serif"/>
                <a:cs typeface="Microsoft Sans Serif"/>
              </a:rPr>
              <a:t> </a:t>
            </a:r>
            <a:r>
              <a:rPr sz="2000" spc="-20" dirty="0">
                <a:solidFill>
                  <a:srgbClr val="292929"/>
                </a:solidFill>
                <a:latin typeface="Microsoft Sans Serif"/>
                <a:cs typeface="Microsoft Sans Serif"/>
              </a:rPr>
              <a:t>true</a:t>
            </a:r>
            <a:r>
              <a:rPr sz="2000" spc="90" dirty="0">
                <a:solidFill>
                  <a:srgbClr val="292929"/>
                </a:solidFill>
                <a:latin typeface="Microsoft Sans Serif"/>
                <a:cs typeface="Microsoft Sans Serif"/>
              </a:rPr>
              <a:t> </a:t>
            </a:r>
            <a:r>
              <a:rPr sz="2000" spc="-50" dirty="0">
                <a:solidFill>
                  <a:srgbClr val="292929"/>
                </a:solidFill>
                <a:latin typeface="Microsoft Sans Serif"/>
                <a:cs typeface="Microsoft Sans Serif"/>
              </a:rPr>
              <a:t>negative</a:t>
            </a:r>
            <a:r>
              <a:rPr sz="2000" spc="75" dirty="0">
                <a:solidFill>
                  <a:srgbClr val="292929"/>
                </a:solidFill>
                <a:latin typeface="Microsoft Sans Serif"/>
                <a:cs typeface="Microsoft Sans Serif"/>
              </a:rPr>
              <a:t> </a:t>
            </a:r>
            <a:r>
              <a:rPr sz="2000" spc="-60" dirty="0">
                <a:solidFill>
                  <a:srgbClr val="292929"/>
                </a:solidFill>
                <a:latin typeface="Microsoft Sans Serif"/>
                <a:cs typeface="Microsoft Sans Serif"/>
              </a:rPr>
              <a:t>compared</a:t>
            </a:r>
            <a:r>
              <a:rPr sz="2000" spc="90" dirty="0">
                <a:solidFill>
                  <a:srgbClr val="292929"/>
                </a:solidFill>
                <a:latin typeface="Microsoft Sans Serif"/>
                <a:cs typeface="Microsoft Sans Serif"/>
              </a:rPr>
              <a:t> </a:t>
            </a:r>
            <a:r>
              <a:rPr sz="2000" spc="35" dirty="0">
                <a:solidFill>
                  <a:srgbClr val="292929"/>
                </a:solidFill>
                <a:latin typeface="Microsoft Sans Serif"/>
                <a:cs typeface="Microsoft Sans Serif"/>
              </a:rPr>
              <a:t>to</a:t>
            </a:r>
            <a:r>
              <a:rPr sz="2000" spc="70" dirty="0">
                <a:solidFill>
                  <a:srgbClr val="292929"/>
                </a:solidFill>
                <a:latin typeface="Microsoft Sans Serif"/>
                <a:cs typeface="Microsoft Sans Serif"/>
              </a:rPr>
              <a:t> </a:t>
            </a:r>
            <a:r>
              <a:rPr sz="2000" spc="-30" dirty="0">
                <a:solidFill>
                  <a:srgbClr val="292929"/>
                </a:solidFill>
                <a:latin typeface="Microsoft Sans Serif"/>
                <a:cs typeface="Microsoft Sans Serif"/>
              </a:rPr>
              <a:t>the</a:t>
            </a:r>
            <a:r>
              <a:rPr sz="2000" spc="90" dirty="0">
                <a:solidFill>
                  <a:srgbClr val="292929"/>
                </a:solidFill>
                <a:latin typeface="Microsoft Sans Serif"/>
                <a:cs typeface="Microsoft Sans Serif"/>
              </a:rPr>
              <a:t> </a:t>
            </a:r>
            <a:r>
              <a:rPr sz="2000" spc="-70" dirty="0">
                <a:solidFill>
                  <a:srgbClr val="292929"/>
                </a:solidFill>
                <a:latin typeface="Microsoft Sans Serif"/>
                <a:cs typeface="Microsoft Sans Serif"/>
              </a:rPr>
              <a:t>false</a:t>
            </a:r>
            <a:r>
              <a:rPr sz="2000" spc="55" dirty="0">
                <a:solidFill>
                  <a:srgbClr val="292929"/>
                </a:solidFill>
                <a:latin typeface="Microsoft Sans Serif"/>
                <a:cs typeface="Microsoft Sans Serif"/>
              </a:rPr>
              <a:t> </a:t>
            </a:r>
            <a:r>
              <a:rPr sz="2000" spc="-80" dirty="0">
                <a:solidFill>
                  <a:srgbClr val="292929"/>
                </a:solidFill>
                <a:latin typeface="Microsoft Sans Serif"/>
                <a:cs typeface="Microsoft Sans Serif"/>
              </a:rPr>
              <a:t>ones.</a:t>
            </a:r>
            <a:endParaRPr sz="2000">
              <a:latin typeface="Microsoft Sans Serif"/>
              <a:cs typeface="Microsoft Sans Serif"/>
            </a:endParaRPr>
          </a:p>
        </p:txBody>
      </p:sp>
      <p:pic>
        <p:nvPicPr>
          <p:cNvPr id="3" name="object 4">
            <a:extLst>
              <a:ext uri="{FF2B5EF4-FFF2-40B4-BE49-F238E27FC236}">
                <a16:creationId xmlns:a16="http://schemas.microsoft.com/office/drawing/2014/main" id="{EB27F9CD-9F20-7A95-6A85-88EA4CDD40EF}"/>
              </a:ext>
            </a:extLst>
          </p:cNvPr>
          <p:cNvPicPr/>
          <p:nvPr/>
        </p:nvPicPr>
        <p:blipFill>
          <a:blip r:embed="rId3" cstate="print"/>
          <a:stretch>
            <a:fillRect/>
          </a:stretch>
        </p:blipFill>
        <p:spPr>
          <a:xfrm>
            <a:off x="1943100" y="1899920"/>
            <a:ext cx="3429000" cy="2649219"/>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
        <p:nvSpPr>
          <p:cNvPr id="2" name="object 2">
            <a:extLst>
              <a:ext uri="{FF2B5EF4-FFF2-40B4-BE49-F238E27FC236}">
                <a16:creationId xmlns:a16="http://schemas.microsoft.com/office/drawing/2014/main" id="{DE5F1759-AB70-BDF1-0B72-B0CE34D77983}"/>
              </a:ext>
            </a:extLst>
          </p:cNvPr>
          <p:cNvSpPr txBox="1"/>
          <p:nvPr/>
        </p:nvSpPr>
        <p:spPr>
          <a:xfrm>
            <a:off x="848994" y="1890712"/>
            <a:ext cx="8661400" cy="375602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25" dirty="0">
                <a:solidFill>
                  <a:srgbClr val="292929"/>
                </a:solidFill>
                <a:latin typeface="Microsoft Sans Serif"/>
                <a:cs typeface="Microsoft Sans Serif"/>
              </a:rPr>
              <a:t>Different</a:t>
            </a:r>
            <a:r>
              <a:rPr sz="2200" spc="65" dirty="0">
                <a:solidFill>
                  <a:srgbClr val="292929"/>
                </a:solidFill>
                <a:latin typeface="Microsoft Sans Serif"/>
                <a:cs typeface="Microsoft Sans Serif"/>
              </a:rPr>
              <a:t> </a:t>
            </a:r>
            <a:r>
              <a:rPr sz="2200" spc="-45" dirty="0">
                <a:solidFill>
                  <a:srgbClr val="292929"/>
                </a:solidFill>
                <a:latin typeface="Microsoft Sans Serif"/>
                <a:cs typeface="Microsoft Sans Serif"/>
              </a:rPr>
              <a:t>data</a:t>
            </a:r>
            <a:r>
              <a:rPr sz="2200" spc="65" dirty="0">
                <a:solidFill>
                  <a:srgbClr val="292929"/>
                </a:solidFill>
                <a:latin typeface="Microsoft Sans Serif"/>
                <a:cs typeface="Microsoft Sans Serif"/>
              </a:rPr>
              <a:t> </a:t>
            </a:r>
            <a:r>
              <a:rPr sz="2200" spc="-90" dirty="0">
                <a:solidFill>
                  <a:srgbClr val="292929"/>
                </a:solidFill>
                <a:latin typeface="Microsoft Sans Serif"/>
                <a:cs typeface="Microsoft Sans Serif"/>
              </a:rPr>
              <a:t>sources</a:t>
            </a:r>
            <a:r>
              <a:rPr sz="2200" spc="95" dirty="0">
                <a:solidFill>
                  <a:srgbClr val="292929"/>
                </a:solidFill>
                <a:latin typeface="Microsoft Sans Serif"/>
                <a:cs typeface="Microsoft Sans Serif"/>
              </a:rPr>
              <a:t> </a:t>
            </a:r>
            <a:r>
              <a:rPr sz="2200" spc="-75" dirty="0">
                <a:solidFill>
                  <a:srgbClr val="292929"/>
                </a:solidFill>
                <a:latin typeface="Microsoft Sans Serif"/>
                <a:cs typeface="Microsoft Sans Serif"/>
              </a:rPr>
              <a:t>were</a:t>
            </a:r>
            <a:r>
              <a:rPr sz="2200" spc="85" dirty="0">
                <a:solidFill>
                  <a:srgbClr val="292929"/>
                </a:solidFill>
                <a:latin typeface="Microsoft Sans Serif"/>
                <a:cs typeface="Microsoft Sans Serif"/>
              </a:rPr>
              <a:t> </a:t>
            </a:r>
            <a:r>
              <a:rPr sz="2200" spc="-85" dirty="0">
                <a:solidFill>
                  <a:srgbClr val="292929"/>
                </a:solidFill>
                <a:latin typeface="Microsoft Sans Serif"/>
                <a:cs typeface="Microsoft Sans Serif"/>
              </a:rPr>
              <a:t>analyzed,</a:t>
            </a:r>
            <a:r>
              <a:rPr sz="2200" spc="75" dirty="0">
                <a:solidFill>
                  <a:srgbClr val="292929"/>
                </a:solidFill>
                <a:latin typeface="Microsoft Sans Serif"/>
                <a:cs typeface="Microsoft Sans Serif"/>
              </a:rPr>
              <a:t> </a:t>
            </a:r>
            <a:r>
              <a:rPr sz="2200" spc="-25" dirty="0">
                <a:solidFill>
                  <a:srgbClr val="292929"/>
                </a:solidFill>
                <a:latin typeface="Microsoft Sans Serif"/>
                <a:cs typeface="Microsoft Sans Serif"/>
              </a:rPr>
              <a:t>refining</a:t>
            </a:r>
            <a:r>
              <a:rPr sz="2200" spc="100" dirty="0">
                <a:solidFill>
                  <a:srgbClr val="292929"/>
                </a:solidFill>
                <a:latin typeface="Microsoft Sans Serif"/>
                <a:cs typeface="Microsoft Sans Serif"/>
              </a:rPr>
              <a:t> </a:t>
            </a:r>
            <a:r>
              <a:rPr sz="2200" spc="-70" dirty="0">
                <a:solidFill>
                  <a:srgbClr val="292929"/>
                </a:solidFill>
                <a:latin typeface="Microsoft Sans Serif"/>
                <a:cs typeface="Microsoft Sans Serif"/>
              </a:rPr>
              <a:t>conclusions</a:t>
            </a:r>
            <a:r>
              <a:rPr sz="2200" spc="80" dirty="0">
                <a:solidFill>
                  <a:srgbClr val="292929"/>
                </a:solidFill>
                <a:latin typeface="Microsoft Sans Serif"/>
                <a:cs typeface="Microsoft Sans Serif"/>
              </a:rPr>
              <a:t> </a:t>
            </a:r>
            <a:r>
              <a:rPr sz="2200" spc="-40" dirty="0">
                <a:solidFill>
                  <a:srgbClr val="292929"/>
                </a:solidFill>
                <a:latin typeface="Microsoft Sans Serif"/>
                <a:cs typeface="Microsoft Sans Serif"/>
              </a:rPr>
              <a:t>along</a:t>
            </a:r>
            <a:r>
              <a:rPr sz="2200" spc="80"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endParaRPr sz="2200" dirty="0">
              <a:latin typeface="Microsoft Sans Serif"/>
              <a:cs typeface="Microsoft Sans Serif"/>
            </a:endParaRPr>
          </a:p>
          <a:p>
            <a:pPr marL="241300">
              <a:lnSpc>
                <a:spcPct val="100000"/>
              </a:lnSpc>
              <a:spcBef>
                <a:spcPts val="5"/>
              </a:spcBef>
            </a:pPr>
            <a:r>
              <a:rPr sz="2200" spc="-80" dirty="0">
                <a:solidFill>
                  <a:srgbClr val="292929"/>
                </a:solidFill>
                <a:latin typeface="Microsoft Sans Serif"/>
                <a:cs typeface="Microsoft Sans Serif"/>
              </a:rPr>
              <a:t>process;</a:t>
            </a:r>
            <a:endParaRPr sz="2200" dirty="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160" dirty="0">
                <a:solidFill>
                  <a:srgbClr val="292929"/>
                </a:solidFill>
                <a:latin typeface="Microsoft Sans Serif"/>
                <a:cs typeface="Microsoft Sans Serif"/>
              </a:rPr>
              <a:t>Th</a:t>
            </a:r>
            <a:r>
              <a:rPr sz="2200" spc="-125" dirty="0">
                <a:solidFill>
                  <a:srgbClr val="292929"/>
                </a:solidFill>
                <a:latin typeface="Microsoft Sans Serif"/>
                <a:cs typeface="Microsoft Sans Serif"/>
              </a:rPr>
              <a:t>e</a:t>
            </a:r>
            <a:r>
              <a:rPr sz="2200" spc="75" dirty="0">
                <a:solidFill>
                  <a:srgbClr val="292929"/>
                </a:solidFill>
                <a:latin typeface="Microsoft Sans Serif"/>
                <a:cs typeface="Microsoft Sans Serif"/>
              </a:rPr>
              <a:t> </a:t>
            </a:r>
            <a:r>
              <a:rPr sz="2200" spc="-40" dirty="0">
                <a:solidFill>
                  <a:srgbClr val="292929"/>
                </a:solidFill>
                <a:latin typeface="Microsoft Sans Serif"/>
                <a:cs typeface="Microsoft Sans Serif"/>
              </a:rPr>
              <a:t>best</a:t>
            </a:r>
            <a:r>
              <a:rPr sz="2200" spc="80" dirty="0">
                <a:solidFill>
                  <a:srgbClr val="292929"/>
                </a:solidFill>
                <a:latin typeface="Microsoft Sans Serif"/>
                <a:cs typeface="Microsoft Sans Serif"/>
              </a:rPr>
              <a:t> </a:t>
            </a:r>
            <a:r>
              <a:rPr sz="2200" spc="10" dirty="0">
                <a:solidFill>
                  <a:srgbClr val="292929"/>
                </a:solidFill>
                <a:latin typeface="Microsoft Sans Serif"/>
                <a:cs typeface="Microsoft Sans Serif"/>
              </a:rPr>
              <a:t>l</a:t>
            </a:r>
            <a:r>
              <a:rPr sz="2200" spc="-105" dirty="0">
                <a:solidFill>
                  <a:srgbClr val="292929"/>
                </a:solidFill>
                <a:latin typeface="Microsoft Sans Serif"/>
                <a:cs typeface="Microsoft Sans Serif"/>
              </a:rPr>
              <a:t>a</a:t>
            </a:r>
            <a:r>
              <a:rPr sz="2200" spc="-110" dirty="0">
                <a:solidFill>
                  <a:srgbClr val="292929"/>
                </a:solidFill>
                <a:latin typeface="Microsoft Sans Serif"/>
                <a:cs typeface="Microsoft Sans Serif"/>
              </a:rPr>
              <a:t>u</a:t>
            </a:r>
            <a:r>
              <a:rPr sz="2200" spc="-65" dirty="0">
                <a:solidFill>
                  <a:srgbClr val="292929"/>
                </a:solidFill>
                <a:latin typeface="Microsoft Sans Serif"/>
                <a:cs typeface="Microsoft Sans Serif"/>
              </a:rPr>
              <a:t>n</a:t>
            </a:r>
            <a:r>
              <a:rPr sz="2200" spc="-95" dirty="0">
                <a:solidFill>
                  <a:srgbClr val="292929"/>
                </a:solidFill>
                <a:latin typeface="Microsoft Sans Serif"/>
                <a:cs typeface="Microsoft Sans Serif"/>
              </a:rPr>
              <a:t>ch</a:t>
            </a:r>
            <a:r>
              <a:rPr sz="2200" spc="80" dirty="0">
                <a:solidFill>
                  <a:srgbClr val="292929"/>
                </a:solidFill>
                <a:latin typeface="Microsoft Sans Serif"/>
                <a:cs typeface="Microsoft Sans Serif"/>
              </a:rPr>
              <a:t> </a:t>
            </a:r>
            <a:r>
              <a:rPr sz="2200" spc="-75" dirty="0">
                <a:solidFill>
                  <a:srgbClr val="292929"/>
                </a:solidFill>
                <a:latin typeface="Microsoft Sans Serif"/>
                <a:cs typeface="Microsoft Sans Serif"/>
              </a:rPr>
              <a:t>s</a:t>
            </a:r>
            <a:r>
              <a:rPr sz="2200" spc="-50" dirty="0">
                <a:solidFill>
                  <a:srgbClr val="292929"/>
                </a:solidFill>
                <a:latin typeface="Microsoft Sans Serif"/>
                <a:cs typeface="Microsoft Sans Serif"/>
              </a:rPr>
              <a:t>i</a:t>
            </a:r>
            <a:r>
              <a:rPr sz="2200" spc="105" dirty="0">
                <a:solidFill>
                  <a:srgbClr val="292929"/>
                </a:solidFill>
                <a:latin typeface="Microsoft Sans Serif"/>
                <a:cs typeface="Microsoft Sans Serif"/>
              </a:rPr>
              <a:t>t</a:t>
            </a:r>
            <a:r>
              <a:rPr sz="2200" spc="-125" dirty="0">
                <a:solidFill>
                  <a:srgbClr val="292929"/>
                </a:solidFill>
                <a:latin typeface="Microsoft Sans Serif"/>
                <a:cs typeface="Microsoft Sans Serif"/>
              </a:rPr>
              <a:t>e</a:t>
            </a:r>
            <a:r>
              <a:rPr sz="2200" spc="80" dirty="0">
                <a:solidFill>
                  <a:srgbClr val="292929"/>
                </a:solidFill>
                <a:latin typeface="Microsoft Sans Serif"/>
                <a:cs typeface="Microsoft Sans Serif"/>
              </a:rPr>
              <a:t> </a:t>
            </a:r>
            <a:r>
              <a:rPr sz="2200" spc="5" dirty="0">
                <a:solidFill>
                  <a:srgbClr val="292929"/>
                </a:solidFill>
                <a:latin typeface="Microsoft Sans Serif"/>
                <a:cs typeface="Microsoft Sans Serif"/>
              </a:rPr>
              <a:t>i</a:t>
            </a:r>
            <a:r>
              <a:rPr sz="2200" spc="-140" dirty="0">
                <a:solidFill>
                  <a:srgbClr val="292929"/>
                </a:solidFill>
                <a:latin typeface="Microsoft Sans Serif"/>
                <a:cs typeface="Microsoft Sans Serif"/>
              </a:rPr>
              <a:t>s</a:t>
            </a:r>
            <a:r>
              <a:rPr sz="2200" spc="70" dirty="0">
                <a:solidFill>
                  <a:srgbClr val="292929"/>
                </a:solidFill>
                <a:latin typeface="Microsoft Sans Serif"/>
                <a:cs typeface="Microsoft Sans Serif"/>
              </a:rPr>
              <a:t> </a:t>
            </a:r>
            <a:r>
              <a:rPr sz="2200" spc="-260" dirty="0">
                <a:solidFill>
                  <a:srgbClr val="292929"/>
                </a:solidFill>
                <a:latin typeface="Microsoft Sans Serif"/>
                <a:cs typeface="Microsoft Sans Serif"/>
              </a:rPr>
              <a:t>K</a:t>
            </a:r>
            <a:r>
              <a:rPr sz="2200" spc="-270" dirty="0">
                <a:solidFill>
                  <a:srgbClr val="292929"/>
                </a:solidFill>
                <a:latin typeface="Microsoft Sans Serif"/>
                <a:cs typeface="Microsoft Sans Serif"/>
              </a:rPr>
              <a:t>S</a:t>
            </a:r>
            <a:r>
              <a:rPr sz="2200" spc="-305" dirty="0">
                <a:solidFill>
                  <a:srgbClr val="292929"/>
                </a:solidFill>
                <a:latin typeface="Microsoft Sans Serif"/>
                <a:cs typeface="Microsoft Sans Serif"/>
              </a:rPr>
              <a:t>C</a:t>
            </a:r>
            <a:r>
              <a:rPr sz="2200" spc="85" dirty="0">
                <a:solidFill>
                  <a:srgbClr val="292929"/>
                </a:solidFill>
                <a:latin typeface="Microsoft Sans Serif"/>
                <a:cs typeface="Microsoft Sans Serif"/>
              </a:rPr>
              <a:t> </a:t>
            </a:r>
            <a:r>
              <a:rPr sz="2200" spc="-204" dirty="0">
                <a:solidFill>
                  <a:srgbClr val="292929"/>
                </a:solidFill>
                <a:latin typeface="Microsoft Sans Serif"/>
                <a:cs typeface="Microsoft Sans Serif"/>
              </a:rPr>
              <a:t>LC</a:t>
            </a:r>
            <a:r>
              <a:rPr sz="2200" spc="5" dirty="0">
                <a:solidFill>
                  <a:srgbClr val="292929"/>
                </a:solidFill>
                <a:latin typeface="Microsoft Sans Serif"/>
                <a:cs typeface="Microsoft Sans Serif"/>
              </a:rPr>
              <a:t>-</a:t>
            </a:r>
            <a:r>
              <a:rPr sz="2200" spc="90" dirty="0">
                <a:solidFill>
                  <a:srgbClr val="292929"/>
                </a:solidFill>
                <a:latin typeface="Microsoft Sans Serif"/>
                <a:cs typeface="Microsoft Sans Serif"/>
              </a:rPr>
              <a:t>39</a:t>
            </a:r>
            <a:r>
              <a:rPr sz="2200" spc="-100" dirty="0">
                <a:solidFill>
                  <a:srgbClr val="292929"/>
                </a:solidFill>
                <a:latin typeface="Microsoft Sans Serif"/>
                <a:cs typeface="Microsoft Sans Serif"/>
              </a:rPr>
              <a:t>A;</a:t>
            </a:r>
            <a:endParaRPr sz="2200" dirty="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110" dirty="0">
                <a:solidFill>
                  <a:srgbClr val="292929"/>
                </a:solidFill>
                <a:latin typeface="Microsoft Sans Serif"/>
                <a:cs typeface="Microsoft Sans Serif"/>
              </a:rPr>
              <a:t>Launches</a:t>
            </a:r>
            <a:r>
              <a:rPr sz="2200" spc="80" dirty="0">
                <a:solidFill>
                  <a:srgbClr val="292929"/>
                </a:solidFill>
                <a:latin typeface="Microsoft Sans Serif"/>
                <a:cs typeface="Microsoft Sans Serif"/>
              </a:rPr>
              <a:t> </a:t>
            </a:r>
            <a:r>
              <a:rPr sz="2200" spc="-70" dirty="0">
                <a:solidFill>
                  <a:srgbClr val="292929"/>
                </a:solidFill>
                <a:latin typeface="Microsoft Sans Serif"/>
                <a:cs typeface="Microsoft Sans Serif"/>
              </a:rPr>
              <a:t>above</a:t>
            </a:r>
            <a:r>
              <a:rPr sz="2200" spc="55" dirty="0">
                <a:solidFill>
                  <a:srgbClr val="292929"/>
                </a:solidFill>
                <a:latin typeface="Microsoft Sans Serif"/>
                <a:cs typeface="Microsoft Sans Serif"/>
              </a:rPr>
              <a:t> </a:t>
            </a:r>
            <a:r>
              <a:rPr sz="2200" spc="35" dirty="0">
                <a:solidFill>
                  <a:srgbClr val="292929"/>
                </a:solidFill>
                <a:latin typeface="Microsoft Sans Serif"/>
                <a:cs typeface="Microsoft Sans Serif"/>
              </a:rPr>
              <a:t>7,000kg</a:t>
            </a:r>
            <a:r>
              <a:rPr sz="2200" spc="95"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75" dirty="0">
                <a:solidFill>
                  <a:srgbClr val="292929"/>
                </a:solidFill>
                <a:latin typeface="Microsoft Sans Serif"/>
                <a:cs typeface="Microsoft Sans Serif"/>
              </a:rPr>
              <a:t> </a:t>
            </a:r>
            <a:r>
              <a:rPr sz="2200" spc="-95" dirty="0">
                <a:solidFill>
                  <a:srgbClr val="292929"/>
                </a:solidFill>
                <a:latin typeface="Microsoft Sans Serif"/>
                <a:cs typeface="Microsoft Sans Serif"/>
              </a:rPr>
              <a:t>less</a:t>
            </a:r>
            <a:r>
              <a:rPr sz="2200" spc="70" dirty="0">
                <a:solidFill>
                  <a:srgbClr val="292929"/>
                </a:solidFill>
                <a:latin typeface="Microsoft Sans Serif"/>
                <a:cs typeface="Microsoft Sans Serif"/>
              </a:rPr>
              <a:t> </a:t>
            </a:r>
            <a:r>
              <a:rPr sz="2200" spc="-60" dirty="0">
                <a:solidFill>
                  <a:srgbClr val="292929"/>
                </a:solidFill>
                <a:latin typeface="Microsoft Sans Serif"/>
                <a:cs typeface="Microsoft Sans Serif"/>
              </a:rPr>
              <a:t>risky;</a:t>
            </a:r>
            <a:endParaRPr sz="2200" dirty="0">
              <a:latin typeface="Microsoft Sans Serif"/>
              <a:cs typeface="Microsoft Sans Serif"/>
            </a:endParaRPr>
          </a:p>
          <a:p>
            <a:pPr marL="241300" marR="97155" indent="-228600">
              <a:lnSpc>
                <a:spcPct val="100000"/>
              </a:lnSpc>
              <a:spcBef>
                <a:spcPts val="1405"/>
              </a:spcBef>
              <a:buFont typeface="Arial MT"/>
              <a:buChar char="•"/>
              <a:tabLst>
                <a:tab pos="240665" algn="l"/>
                <a:tab pos="241300" algn="l"/>
              </a:tabLst>
            </a:pPr>
            <a:r>
              <a:rPr sz="2200" spc="-20" dirty="0">
                <a:solidFill>
                  <a:srgbClr val="292929"/>
                </a:solidFill>
                <a:latin typeface="Microsoft Sans Serif"/>
                <a:cs typeface="Microsoft Sans Serif"/>
              </a:rPr>
              <a:t>Although</a:t>
            </a:r>
            <a:r>
              <a:rPr sz="2200" spc="70" dirty="0">
                <a:solidFill>
                  <a:srgbClr val="292929"/>
                </a:solidFill>
                <a:latin typeface="Microsoft Sans Serif"/>
                <a:cs typeface="Microsoft Sans Serif"/>
              </a:rPr>
              <a:t> </a:t>
            </a:r>
            <a:r>
              <a:rPr sz="2200" spc="-45" dirty="0">
                <a:solidFill>
                  <a:srgbClr val="292929"/>
                </a:solidFill>
                <a:latin typeface="Microsoft Sans Serif"/>
                <a:cs typeface="Microsoft Sans Serif"/>
              </a:rPr>
              <a:t>most</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of</a:t>
            </a:r>
            <a:r>
              <a:rPr sz="2200" spc="70" dirty="0">
                <a:solidFill>
                  <a:srgbClr val="292929"/>
                </a:solidFill>
                <a:latin typeface="Microsoft Sans Serif"/>
                <a:cs typeface="Microsoft Sans Serif"/>
              </a:rPr>
              <a:t> </a:t>
            </a:r>
            <a:r>
              <a:rPr sz="2200" spc="-65" dirty="0">
                <a:solidFill>
                  <a:srgbClr val="292929"/>
                </a:solidFill>
                <a:latin typeface="Microsoft Sans Serif"/>
                <a:cs typeface="Microsoft Sans Serif"/>
              </a:rPr>
              <a:t>mission</a:t>
            </a:r>
            <a:r>
              <a:rPr sz="2200" spc="80" dirty="0">
                <a:solidFill>
                  <a:srgbClr val="292929"/>
                </a:solidFill>
                <a:latin typeface="Microsoft Sans Serif"/>
                <a:cs typeface="Microsoft Sans Serif"/>
              </a:rPr>
              <a:t> </a:t>
            </a:r>
            <a:r>
              <a:rPr sz="2200" spc="-65" dirty="0">
                <a:solidFill>
                  <a:srgbClr val="292929"/>
                </a:solidFill>
                <a:latin typeface="Microsoft Sans Serif"/>
                <a:cs typeface="Microsoft Sans Serif"/>
              </a:rPr>
              <a:t>outcomes</a:t>
            </a:r>
            <a:r>
              <a:rPr sz="2200" spc="65" dirty="0">
                <a:solidFill>
                  <a:srgbClr val="292929"/>
                </a:solidFill>
                <a:latin typeface="Microsoft Sans Serif"/>
                <a:cs typeface="Microsoft Sans Serif"/>
              </a:rPr>
              <a:t> </a:t>
            </a:r>
            <a:r>
              <a:rPr sz="2200" spc="-85" dirty="0">
                <a:solidFill>
                  <a:srgbClr val="292929"/>
                </a:solidFill>
                <a:latin typeface="Microsoft Sans Serif"/>
                <a:cs typeface="Microsoft Sans Serif"/>
              </a:rPr>
              <a:t>are</a:t>
            </a:r>
            <a:r>
              <a:rPr sz="2200" spc="85"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95"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85" dirty="0">
                <a:solidFill>
                  <a:srgbClr val="292929"/>
                </a:solidFill>
                <a:latin typeface="Microsoft Sans Serif"/>
                <a:cs typeface="Microsoft Sans Serif"/>
              </a:rPr>
              <a:t> </a:t>
            </a:r>
            <a:r>
              <a:rPr sz="2200" spc="-35" dirty="0">
                <a:solidFill>
                  <a:srgbClr val="292929"/>
                </a:solidFill>
                <a:latin typeface="Microsoft Sans Serif"/>
                <a:cs typeface="Microsoft Sans Serif"/>
              </a:rPr>
              <a:t>landing </a:t>
            </a:r>
            <a:r>
              <a:rPr sz="2200" spc="-570" dirty="0">
                <a:solidFill>
                  <a:srgbClr val="292929"/>
                </a:solidFill>
                <a:latin typeface="Microsoft Sans Serif"/>
                <a:cs typeface="Microsoft Sans Serif"/>
              </a:rPr>
              <a:t> </a:t>
            </a:r>
            <a:r>
              <a:rPr sz="2200" spc="-65" dirty="0">
                <a:solidFill>
                  <a:srgbClr val="292929"/>
                </a:solidFill>
                <a:latin typeface="Microsoft Sans Serif"/>
                <a:cs typeface="Microsoft Sans Serif"/>
              </a:rPr>
              <a:t>outcomes</a:t>
            </a:r>
            <a:r>
              <a:rPr sz="2200" spc="55" dirty="0">
                <a:solidFill>
                  <a:srgbClr val="292929"/>
                </a:solidFill>
                <a:latin typeface="Microsoft Sans Serif"/>
                <a:cs typeface="Microsoft Sans Serif"/>
              </a:rPr>
              <a:t> </a:t>
            </a:r>
            <a:r>
              <a:rPr sz="2200" spc="-125" dirty="0">
                <a:solidFill>
                  <a:srgbClr val="292929"/>
                </a:solidFill>
                <a:latin typeface="Microsoft Sans Serif"/>
                <a:cs typeface="Microsoft Sans Serif"/>
              </a:rPr>
              <a:t>seem</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r>
              <a:rPr sz="2200" spc="65" dirty="0">
                <a:solidFill>
                  <a:srgbClr val="292929"/>
                </a:solidFill>
                <a:latin typeface="Microsoft Sans Serif"/>
                <a:cs typeface="Microsoft Sans Serif"/>
              </a:rPr>
              <a:t> </a:t>
            </a:r>
            <a:r>
              <a:rPr sz="2200" spc="-40" dirty="0">
                <a:solidFill>
                  <a:srgbClr val="292929"/>
                </a:solidFill>
                <a:latin typeface="Microsoft Sans Serif"/>
                <a:cs typeface="Microsoft Sans Serif"/>
              </a:rPr>
              <a:t>improve</a:t>
            </a:r>
            <a:r>
              <a:rPr sz="2200" spc="85" dirty="0">
                <a:solidFill>
                  <a:srgbClr val="292929"/>
                </a:solidFill>
                <a:latin typeface="Microsoft Sans Serif"/>
                <a:cs typeface="Microsoft Sans Serif"/>
              </a:rPr>
              <a:t> </a:t>
            </a:r>
            <a:r>
              <a:rPr sz="2200" spc="-45" dirty="0">
                <a:solidFill>
                  <a:srgbClr val="292929"/>
                </a:solidFill>
                <a:latin typeface="Microsoft Sans Serif"/>
                <a:cs typeface="Microsoft Sans Serif"/>
              </a:rPr>
              <a:t>over</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time,</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according</a:t>
            </a:r>
            <a:r>
              <a:rPr sz="2200" spc="85" dirty="0">
                <a:solidFill>
                  <a:srgbClr val="292929"/>
                </a:solidFill>
                <a:latin typeface="Microsoft Sans Serif"/>
                <a:cs typeface="Microsoft Sans Serif"/>
              </a:rPr>
              <a:t> </a:t>
            </a:r>
            <a:r>
              <a:rPr sz="2200" spc="-30" dirty="0">
                <a:solidFill>
                  <a:srgbClr val="292929"/>
                </a:solidFill>
                <a:latin typeface="Microsoft Sans Serif"/>
                <a:cs typeface="Microsoft Sans Serif"/>
              </a:rPr>
              <a:t>the</a:t>
            </a:r>
            <a:r>
              <a:rPr sz="2200" spc="80" dirty="0">
                <a:solidFill>
                  <a:srgbClr val="292929"/>
                </a:solidFill>
                <a:latin typeface="Microsoft Sans Serif"/>
                <a:cs typeface="Microsoft Sans Serif"/>
              </a:rPr>
              <a:t> </a:t>
            </a:r>
            <a:r>
              <a:rPr sz="2200" spc="-25" dirty="0">
                <a:solidFill>
                  <a:srgbClr val="292929"/>
                </a:solidFill>
                <a:latin typeface="Microsoft Sans Serif"/>
                <a:cs typeface="Microsoft Sans Serif"/>
              </a:rPr>
              <a:t>evolution</a:t>
            </a:r>
            <a:r>
              <a:rPr sz="2200" spc="70" dirty="0">
                <a:solidFill>
                  <a:srgbClr val="292929"/>
                </a:solidFill>
                <a:latin typeface="Microsoft Sans Serif"/>
                <a:cs typeface="Microsoft Sans Serif"/>
              </a:rPr>
              <a:t> </a:t>
            </a:r>
            <a:r>
              <a:rPr sz="2200" spc="-5" dirty="0">
                <a:solidFill>
                  <a:srgbClr val="292929"/>
                </a:solidFill>
                <a:latin typeface="Microsoft Sans Serif"/>
                <a:cs typeface="Microsoft Sans Serif"/>
              </a:rPr>
              <a:t>of </a:t>
            </a:r>
            <a:r>
              <a:rPr sz="2200" dirty="0">
                <a:solidFill>
                  <a:srgbClr val="292929"/>
                </a:solidFill>
                <a:latin typeface="Microsoft Sans Serif"/>
                <a:cs typeface="Microsoft Sans Serif"/>
              </a:rPr>
              <a:t> </a:t>
            </a:r>
            <a:r>
              <a:rPr sz="2200" spc="-85" dirty="0">
                <a:solidFill>
                  <a:srgbClr val="292929"/>
                </a:solidFill>
                <a:latin typeface="Microsoft Sans Serif"/>
                <a:cs typeface="Microsoft Sans Serif"/>
              </a:rPr>
              <a:t>processes</a:t>
            </a:r>
            <a:r>
              <a:rPr sz="2200" spc="6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rockets;</a:t>
            </a:r>
            <a:endParaRPr sz="2200" dirty="0">
              <a:latin typeface="Microsoft Sans Serif"/>
              <a:cs typeface="Microsoft Sans Serif"/>
            </a:endParaRPr>
          </a:p>
          <a:p>
            <a:pPr marL="241300" indent="-228600">
              <a:lnSpc>
                <a:spcPct val="100000"/>
              </a:lnSpc>
              <a:spcBef>
                <a:spcPts val="1400"/>
              </a:spcBef>
              <a:buFont typeface="Arial MT"/>
              <a:buChar char="•"/>
              <a:tabLst>
                <a:tab pos="240665" algn="l"/>
                <a:tab pos="241300" algn="l"/>
              </a:tabLst>
            </a:pPr>
            <a:r>
              <a:rPr sz="2200" spc="-65" dirty="0">
                <a:solidFill>
                  <a:srgbClr val="292929"/>
                </a:solidFill>
                <a:latin typeface="Microsoft Sans Serif"/>
                <a:cs typeface="Microsoft Sans Serif"/>
              </a:rPr>
              <a:t>Decision</a:t>
            </a:r>
            <a:r>
              <a:rPr sz="2200" spc="70" dirty="0">
                <a:solidFill>
                  <a:srgbClr val="292929"/>
                </a:solidFill>
                <a:latin typeface="Microsoft Sans Serif"/>
                <a:cs typeface="Microsoft Sans Serif"/>
              </a:rPr>
              <a:t> </a:t>
            </a:r>
            <a:r>
              <a:rPr sz="2200" spc="-120" dirty="0">
                <a:solidFill>
                  <a:srgbClr val="292929"/>
                </a:solidFill>
                <a:latin typeface="Microsoft Sans Serif"/>
                <a:cs typeface="Microsoft Sans Serif"/>
              </a:rPr>
              <a:t>Tree</a:t>
            </a:r>
            <a:r>
              <a:rPr sz="2200" spc="100" dirty="0">
                <a:solidFill>
                  <a:srgbClr val="292929"/>
                </a:solidFill>
                <a:latin typeface="Microsoft Sans Serif"/>
                <a:cs typeface="Microsoft Sans Serif"/>
              </a:rPr>
              <a:t> </a:t>
            </a:r>
            <a:r>
              <a:rPr sz="2200" spc="-80" dirty="0">
                <a:solidFill>
                  <a:srgbClr val="292929"/>
                </a:solidFill>
                <a:latin typeface="Microsoft Sans Serif"/>
                <a:cs typeface="Microsoft Sans Serif"/>
              </a:rPr>
              <a:t>Classifier</a:t>
            </a:r>
            <a:r>
              <a:rPr sz="2200" spc="95" dirty="0">
                <a:solidFill>
                  <a:srgbClr val="292929"/>
                </a:solidFill>
                <a:latin typeface="Microsoft Sans Serif"/>
                <a:cs typeface="Microsoft Sans Serif"/>
              </a:rPr>
              <a:t> </a:t>
            </a:r>
            <a:r>
              <a:rPr sz="2200" spc="-114" dirty="0">
                <a:solidFill>
                  <a:srgbClr val="292929"/>
                </a:solidFill>
                <a:latin typeface="Microsoft Sans Serif"/>
                <a:cs typeface="Microsoft Sans Serif"/>
              </a:rPr>
              <a:t>can</a:t>
            </a:r>
            <a:r>
              <a:rPr sz="2200" spc="75" dirty="0">
                <a:solidFill>
                  <a:srgbClr val="292929"/>
                </a:solidFill>
                <a:latin typeface="Microsoft Sans Serif"/>
                <a:cs typeface="Microsoft Sans Serif"/>
              </a:rPr>
              <a:t> </a:t>
            </a:r>
            <a:r>
              <a:rPr sz="2200" spc="-55" dirty="0">
                <a:solidFill>
                  <a:srgbClr val="292929"/>
                </a:solidFill>
                <a:latin typeface="Microsoft Sans Serif"/>
                <a:cs typeface="Microsoft Sans Serif"/>
              </a:rPr>
              <a:t>be</a:t>
            </a:r>
            <a:r>
              <a:rPr sz="2200" spc="70" dirty="0">
                <a:solidFill>
                  <a:srgbClr val="292929"/>
                </a:solidFill>
                <a:latin typeface="Microsoft Sans Serif"/>
                <a:cs typeface="Microsoft Sans Serif"/>
              </a:rPr>
              <a:t> </a:t>
            </a:r>
            <a:r>
              <a:rPr sz="2200" spc="-80" dirty="0">
                <a:solidFill>
                  <a:srgbClr val="292929"/>
                </a:solidFill>
                <a:latin typeface="Microsoft Sans Serif"/>
                <a:cs typeface="Microsoft Sans Serif"/>
              </a:rPr>
              <a:t>used</a:t>
            </a:r>
            <a:r>
              <a:rPr sz="2200" spc="75"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65" dirty="0">
                <a:solidFill>
                  <a:srgbClr val="292929"/>
                </a:solidFill>
                <a:latin typeface="Microsoft Sans Serif"/>
                <a:cs typeface="Microsoft Sans Serif"/>
              </a:rPr>
              <a:t> </a:t>
            </a:r>
            <a:r>
              <a:rPr sz="2200" spc="-15" dirty="0">
                <a:solidFill>
                  <a:srgbClr val="292929"/>
                </a:solidFill>
                <a:latin typeface="Microsoft Sans Serif"/>
                <a:cs typeface="Microsoft Sans Serif"/>
              </a:rPr>
              <a:t>predict</a:t>
            </a:r>
            <a:r>
              <a:rPr sz="2200" spc="85" dirty="0">
                <a:solidFill>
                  <a:srgbClr val="292929"/>
                </a:solidFill>
                <a:latin typeface="Microsoft Sans Serif"/>
                <a:cs typeface="Microsoft Sans Serif"/>
              </a:rPr>
              <a:t> </a:t>
            </a:r>
            <a:r>
              <a:rPr sz="2200" spc="-95" dirty="0">
                <a:solidFill>
                  <a:srgbClr val="292929"/>
                </a:solidFill>
                <a:latin typeface="Microsoft Sans Serif"/>
                <a:cs typeface="Microsoft Sans Serif"/>
              </a:rPr>
              <a:t>successful</a:t>
            </a:r>
            <a:r>
              <a:rPr sz="2200" spc="80" dirty="0">
                <a:solidFill>
                  <a:srgbClr val="292929"/>
                </a:solidFill>
                <a:latin typeface="Microsoft Sans Serif"/>
                <a:cs typeface="Microsoft Sans Serif"/>
              </a:rPr>
              <a:t> </a:t>
            </a:r>
            <a:r>
              <a:rPr sz="2200" spc="-45" dirty="0">
                <a:solidFill>
                  <a:srgbClr val="292929"/>
                </a:solidFill>
                <a:latin typeface="Microsoft Sans Serif"/>
                <a:cs typeface="Microsoft Sans Serif"/>
              </a:rPr>
              <a:t>landings</a:t>
            </a:r>
            <a:r>
              <a:rPr sz="2200" spc="90" dirty="0">
                <a:solidFill>
                  <a:srgbClr val="292929"/>
                </a:solidFill>
                <a:latin typeface="Microsoft Sans Serif"/>
                <a:cs typeface="Microsoft Sans Serif"/>
              </a:rPr>
              <a:t> </a:t>
            </a:r>
            <a:r>
              <a:rPr sz="2200" spc="-70" dirty="0">
                <a:solidFill>
                  <a:srgbClr val="292929"/>
                </a:solidFill>
                <a:latin typeface="Microsoft Sans Serif"/>
                <a:cs typeface="Microsoft Sans Serif"/>
              </a:rPr>
              <a:t>and</a:t>
            </a:r>
            <a:endParaRPr sz="2200" dirty="0">
              <a:latin typeface="Microsoft Sans Serif"/>
              <a:cs typeface="Microsoft Sans Serif"/>
            </a:endParaRPr>
          </a:p>
          <a:p>
            <a:pPr marL="241300">
              <a:lnSpc>
                <a:spcPct val="100000"/>
              </a:lnSpc>
            </a:pPr>
            <a:r>
              <a:rPr sz="2200" spc="-90" dirty="0">
                <a:solidFill>
                  <a:srgbClr val="292929"/>
                </a:solidFill>
                <a:latin typeface="Microsoft Sans Serif"/>
                <a:cs typeface="Microsoft Sans Serif"/>
              </a:rPr>
              <a:t>increase</a:t>
            </a:r>
            <a:r>
              <a:rPr sz="2200" spc="55" dirty="0">
                <a:solidFill>
                  <a:srgbClr val="292929"/>
                </a:solidFill>
                <a:latin typeface="Microsoft Sans Serif"/>
                <a:cs typeface="Microsoft Sans Serif"/>
              </a:rPr>
              <a:t> </a:t>
            </a:r>
            <a:r>
              <a:rPr sz="2200" spc="-10" dirty="0">
                <a:solidFill>
                  <a:srgbClr val="292929"/>
                </a:solidFill>
                <a:latin typeface="Microsoft Sans Serif"/>
                <a:cs typeface="Microsoft Sans Serif"/>
              </a:rPr>
              <a:t>profits.</a:t>
            </a:r>
            <a:endParaRPr sz="2200" dirty="0">
              <a:latin typeface="Microsoft Sans Serif"/>
              <a:cs typeface="Microsoft Sans Serif"/>
            </a:endParaRPr>
          </a:p>
        </p:txBody>
      </p:sp>
    </p:spTree>
    <p:extLst>
      <p:ext uri="{BB962C8B-B14F-4D97-AF65-F5344CB8AC3E}">
        <p14:creationId xmlns:p14="http://schemas.microsoft.com/office/powerpoint/2010/main" val="16301236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47</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
        <p:nvSpPr>
          <p:cNvPr id="2" name="object 2">
            <a:extLst>
              <a:ext uri="{FF2B5EF4-FFF2-40B4-BE49-F238E27FC236}">
                <a16:creationId xmlns:a16="http://schemas.microsoft.com/office/drawing/2014/main" id="{47BB4C03-EA63-04D7-8EAB-2B5267CD3DA6}"/>
              </a:ext>
            </a:extLst>
          </p:cNvPr>
          <p:cNvSpPr txBox="1"/>
          <p:nvPr/>
        </p:nvSpPr>
        <p:spPr>
          <a:xfrm>
            <a:off x="848994" y="1875091"/>
            <a:ext cx="10835006" cy="2634054"/>
          </a:xfrm>
          <a:prstGeom prst="rect">
            <a:avLst/>
          </a:prstGeom>
        </p:spPr>
        <p:txBody>
          <a:bodyPr vert="horz" wrap="square" lIns="0" tIns="12700" rIns="0" bIns="0" rtlCol="0">
            <a:spAutoFit/>
          </a:bodyPr>
          <a:lstStyle/>
          <a:p>
            <a:pPr marL="241300" indent="-228600">
              <a:lnSpc>
                <a:spcPts val="2620"/>
              </a:lnSpc>
              <a:spcBef>
                <a:spcPts val="100"/>
              </a:spcBef>
              <a:buFont typeface="Arial MT"/>
              <a:buChar char="•"/>
              <a:tabLst>
                <a:tab pos="240665" algn="l"/>
                <a:tab pos="241300" algn="l"/>
              </a:tabLst>
            </a:pPr>
            <a:r>
              <a:rPr sz="2200" spc="-114" dirty="0">
                <a:solidFill>
                  <a:srgbClr val="292929"/>
                </a:solidFill>
                <a:latin typeface="Microsoft Sans Serif"/>
                <a:cs typeface="Microsoft Sans Serif"/>
              </a:rPr>
              <a:t>As</a:t>
            </a:r>
            <a:r>
              <a:rPr sz="2200" spc="80" dirty="0">
                <a:solidFill>
                  <a:srgbClr val="292929"/>
                </a:solidFill>
                <a:latin typeface="Microsoft Sans Serif"/>
                <a:cs typeface="Microsoft Sans Serif"/>
              </a:rPr>
              <a:t> </a:t>
            </a:r>
            <a:r>
              <a:rPr sz="2200" spc="-105" dirty="0">
                <a:solidFill>
                  <a:srgbClr val="292929"/>
                </a:solidFill>
                <a:latin typeface="Microsoft Sans Serif"/>
                <a:cs typeface="Microsoft Sans Serif"/>
              </a:rPr>
              <a:t>an</a:t>
            </a:r>
            <a:r>
              <a:rPr sz="2200" spc="65" dirty="0">
                <a:solidFill>
                  <a:srgbClr val="292929"/>
                </a:solidFill>
                <a:latin typeface="Microsoft Sans Serif"/>
                <a:cs typeface="Microsoft Sans Serif"/>
              </a:rPr>
              <a:t> </a:t>
            </a:r>
            <a:r>
              <a:rPr sz="2200" spc="-45" dirty="0">
                <a:solidFill>
                  <a:srgbClr val="292929"/>
                </a:solidFill>
                <a:latin typeface="Microsoft Sans Serif"/>
                <a:cs typeface="Microsoft Sans Serif"/>
              </a:rPr>
              <a:t>improvement</a:t>
            </a:r>
            <a:r>
              <a:rPr sz="2200" spc="60" dirty="0">
                <a:solidFill>
                  <a:srgbClr val="292929"/>
                </a:solidFill>
                <a:latin typeface="Microsoft Sans Serif"/>
                <a:cs typeface="Microsoft Sans Serif"/>
              </a:rPr>
              <a:t> </a:t>
            </a:r>
            <a:r>
              <a:rPr sz="2200" spc="5" dirty="0">
                <a:solidFill>
                  <a:srgbClr val="292929"/>
                </a:solidFill>
                <a:latin typeface="Microsoft Sans Serif"/>
                <a:cs typeface="Microsoft Sans Serif"/>
              </a:rPr>
              <a:t>for</a:t>
            </a:r>
            <a:r>
              <a:rPr sz="2200" spc="65" dirty="0">
                <a:solidFill>
                  <a:srgbClr val="292929"/>
                </a:solidFill>
                <a:latin typeface="Microsoft Sans Serif"/>
                <a:cs typeface="Microsoft Sans Serif"/>
              </a:rPr>
              <a:t> </a:t>
            </a:r>
            <a:r>
              <a:rPr sz="2200" spc="-40" dirty="0">
                <a:solidFill>
                  <a:srgbClr val="292929"/>
                </a:solidFill>
                <a:latin typeface="Microsoft Sans Serif"/>
                <a:cs typeface="Microsoft Sans Serif"/>
              </a:rPr>
              <a:t>model</a:t>
            </a:r>
            <a:r>
              <a:rPr sz="2200" spc="70" dirty="0">
                <a:solidFill>
                  <a:srgbClr val="292929"/>
                </a:solidFill>
                <a:latin typeface="Microsoft Sans Serif"/>
                <a:cs typeface="Microsoft Sans Serif"/>
              </a:rPr>
              <a:t> </a:t>
            </a:r>
            <a:r>
              <a:rPr sz="2200" spc="-50" dirty="0">
                <a:solidFill>
                  <a:srgbClr val="292929"/>
                </a:solidFill>
                <a:latin typeface="Microsoft Sans Serif"/>
                <a:cs typeface="Microsoft Sans Serif"/>
              </a:rPr>
              <a:t>tests,</a:t>
            </a:r>
            <a:r>
              <a:rPr sz="2200" spc="70" dirty="0">
                <a:solidFill>
                  <a:srgbClr val="292929"/>
                </a:solidFill>
                <a:latin typeface="Microsoft Sans Serif"/>
                <a:cs typeface="Microsoft Sans Serif"/>
              </a:rPr>
              <a:t> </a:t>
            </a:r>
            <a:r>
              <a:rPr sz="2200" dirty="0">
                <a:solidFill>
                  <a:srgbClr val="292929"/>
                </a:solidFill>
                <a:latin typeface="Microsoft Sans Serif"/>
                <a:cs typeface="Microsoft Sans Serif"/>
              </a:rPr>
              <a:t>it’s</a:t>
            </a:r>
            <a:r>
              <a:rPr sz="2200" spc="75" dirty="0">
                <a:solidFill>
                  <a:srgbClr val="292929"/>
                </a:solidFill>
                <a:latin typeface="Microsoft Sans Serif"/>
                <a:cs typeface="Microsoft Sans Serif"/>
              </a:rPr>
              <a:t> </a:t>
            </a:r>
            <a:r>
              <a:rPr sz="2200" spc="-10" dirty="0">
                <a:solidFill>
                  <a:srgbClr val="292929"/>
                </a:solidFill>
                <a:latin typeface="Microsoft Sans Serif"/>
                <a:cs typeface="Microsoft Sans Serif"/>
              </a:rPr>
              <a:t>important</a:t>
            </a:r>
            <a:r>
              <a:rPr sz="2200" spc="40" dirty="0">
                <a:solidFill>
                  <a:srgbClr val="292929"/>
                </a:solidFill>
                <a:latin typeface="Microsoft Sans Serif"/>
                <a:cs typeface="Microsoft Sans Serif"/>
              </a:rPr>
              <a:t> </a:t>
            </a:r>
            <a:r>
              <a:rPr sz="2200" spc="45" dirty="0">
                <a:solidFill>
                  <a:srgbClr val="292929"/>
                </a:solidFill>
                <a:latin typeface="Microsoft Sans Serif"/>
                <a:cs typeface="Microsoft Sans Serif"/>
              </a:rPr>
              <a:t>to</a:t>
            </a:r>
            <a:r>
              <a:rPr sz="2200" spc="85" dirty="0">
                <a:solidFill>
                  <a:srgbClr val="292929"/>
                </a:solidFill>
                <a:latin typeface="Microsoft Sans Serif"/>
                <a:cs typeface="Microsoft Sans Serif"/>
              </a:rPr>
              <a:t> </a:t>
            </a:r>
            <a:r>
              <a:rPr sz="2200" spc="-60" dirty="0">
                <a:solidFill>
                  <a:srgbClr val="292929"/>
                </a:solidFill>
                <a:latin typeface="Microsoft Sans Serif"/>
                <a:cs typeface="Microsoft Sans Serif"/>
              </a:rPr>
              <a:t>set</a:t>
            </a:r>
            <a:r>
              <a:rPr sz="2200" spc="85" dirty="0">
                <a:solidFill>
                  <a:srgbClr val="292929"/>
                </a:solidFill>
                <a:latin typeface="Microsoft Sans Serif"/>
                <a:cs typeface="Microsoft Sans Serif"/>
              </a:rPr>
              <a:t> </a:t>
            </a:r>
            <a:r>
              <a:rPr sz="2200" spc="-145" dirty="0">
                <a:solidFill>
                  <a:srgbClr val="292929"/>
                </a:solidFill>
                <a:latin typeface="Microsoft Sans Serif"/>
                <a:cs typeface="Microsoft Sans Serif"/>
              </a:rPr>
              <a:t>a</a:t>
            </a:r>
            <a:r>
              <a:rPr sz="2200" spc="75" dirty="0">
                <a:solidFill>
                  <a:srgbClr val="292929"/>
                </a:solidFill>
                <a:latin typeface="Microsoft Sans Serif"/>
                <a:cs typeface="Microsoft Sans Serif"/>
              </a:rPr>
              <a:t> </a:t>
            </a:r>
            <a:r>
              <a:rPr sz="2200" spc="-80" dirty="0">
                <a:solidFill>
                  <a:srgbClr val="292929"/>
                </a:solidFill>
                <a:latin typeface="Microsoft Sans Serif"/>
                <a:cs typeface="Microsoft Sans Serif"/>
              </a:rPr>
              <a:t>value</a:t>
            </a:r>
            <a:r>
              <a:rPr sz="2200" spc="85" dirty="0">
                <a:solidFill>
                  <a:srgbClr val="292929"/>
                </a:solidFill>
                <a:latin typeface="Microsoft Sans Serif"/>
                <a:cs typeface="Microsoft Sans Serif"/>
              </a:rPr>
              <a:t> </a:t>
            </a:r>
            <a:r>
              <a:rPr sz="2200" spc="40" dirty="0">
                <a:solidFill>
                  <a:srgbClr val="292929"/>
                </a:solidFill>
                <a:latin typeface="Microsoft Sans Serif"/>
                <a:cs typeface="Microsoft Sans Serif"/>
              </a:rPr>
              <a:t>to</a:t>
            </a:r>
            <a:endParaRPr sz="2200" dirty="0">
              <a:latin typeface="Microsoft Sans Serif"/>
              <a:cs typeface="Microsoft Sans Serif"/>
            </a:endParaRPr>
          </a:p>
          <a:p>
            <a:pPr marL="241300">
              <a:lnSpc>
                <a:spcPts val="2620"/>
              </a:lnSpc>
            </a:pPr>
            <a:r>
              <a:rPr sz="2000" spc="-5" dirty="0">
                <a:solidFill>
                  <a:srgbClr val="292929"/>
                </a:solidFill>
                <a:latin typeface="Courier New"/>
                <a:cs typeface="Courier New"/>
              </a:rPr>
              <a:t>np.random.see</a:t>
            </a:r>
            <a:r>
              <a:rPr sz="2000" dirty="0">
                <a:solidFill>
                  <a:srgbClr val="292929"/>
                </a:solidFill>
                <a:latin typeface="Courier New"/>
                <a:cs typeface="Courier New"/>
              </a:rPr>
              <a:t>d</a:t>
            </a:r>
            <a:r>
              <a:rPr sz="2000" spc="-540" dirty="0">
                <a:solidFill>
                  <a:srgbClr val="292929"/>
                </a:solidFill>
                <a:latin typeface="Courier New"/>
                <a:cs typeface="Courier New"/>
              </a:rPr>
              <a:t> </a:t>
            </a:r>
            <a:r>
              <a:rPr sz="2200" spc="-65" dirty="0">
                <a:solidFill>
                  <a:srgbClr val="292929"/>
                </a:solidFill>
                <a:latin typeface="Microsoft Sans Serif"/>
                <a:cs typeface="Microsoft Sans Serif"/>
              </a:rPr>
              <a:t>v</a:t>
            </a:r>
            <a:r>
              <a:rPr sz="2200" spc="-60" dirty="0">
                <a:solidFill>
                  <a:srgbClr val="292929"/>
                </a:solidFill>
                <a:latin typeface="Microsoft Sans Serif"/>
                <a:cs typeface="Microsoft Sans Serif"/>
              </a:rPr>
              <a:t>ariable;</a:t>
            </a:r>
            <a:endParaRPr sz="2200" dirty="0">
              <a:latin typeface="Microsoft Sans Serif"/>
              <a:cs typeface="Microsoft Sans Serif"/>
            </a:endParaRPr>
          </a:p>
          <a:p>
            <a:pPr marL="241300" indent="-228600">
              <a:lnSpc>
                <a:spcPct val="100000"/>
              </a:lnSpc>
              <a:spcBef>
                <a:spcPts val="1440"/>
              </a:spcBef>
              <a:buFont typeface="Arial MT"/>
              <a:buChar char="•"/>
              <a:tabLst>
                <a:tab pos="240665" algn="l"/>
                <a:tab pos="241300" algn="l"/>
              </a:tabLst>
            </a:pPr>
            <a:r>
              <a:rPr sz="2200" spc="-60" dirty="0">
                <a:solidFill>
                  <a:srgbClr val="292929"/>
                </a:solidFill>
                <a:latin typeface="Microsoft Sans Serif"/>
                <a:cs typeface="Microsoft Sans Serif"/>
              </a:rPr>
              <a:t>Folium</a:t>
            </a:r>
            <a:r>
              <a:rPr sz="2200" spc="80" dirty="0">
                <a:solidFill>
                  <a:srgbClr val="292929"/>
                </a:solidFill>
                <a:latin typeface="Microsoft Sans Serif"/>
                <a:cs typeface="Microsoft Sans Serif"/>
              </a:rPr>
              <a:t> </a:t>
            </a:r>
            <a:r>
              <a:rPr sz="2200" spc="15" dirty="0">
                <a:solidFill>
                  <a:srgbClr val="292929"/>
                </a:solidFill>
                <a:latin typeface="Microsoft Sans Serif"/>
                <a:cs typeface="Microsoft Sans Serif"/>
              </a:rPr>
              <a:t>didn’t</a:t>
            </a:r>
            <a:r>
              <a:rPr sz="2200" spc="85" dirty="0">
                <a:solidFill>
                  <a:srgbClr val="292929"/>
                </a:solidFill>
                <a:latin typeface="Microsoft Sans Serif"/>
                <a:cs typeface="Microsoft Sans Serif"/>
              </a:rPr>
              <a:t> </a:t>
            </a:r>
            <a:r>
              <a:rPr sz="2200" spc="-70" dirty="0">
                <a:solidFill>
                  <a:srgbClr val="292929"/>
                </a:solidFill>
                <a:latin typeface="Microsoft Sans Serif"/>
                <a:cs typeface="Microsoft Sans Serif"/>
              </a:rPr>
              <a:t>show</a:t>
            </a:r>
            <a:r>
              <a:rPr sz="2200" spc="90" dirty="0">
                <a:solidFill>
                  <a:srgbClr val="292929"/>
                </a:solidFill>
                <a:latin typeface="Microsoft Sans Serif"/>
                <a:cs typeface="Microsoft Sans Serif"/>
              </a:rPr>
              <a:t> </a:t>
            </a:r>
            <a:r>
              <a:rPr sz="2200" spc="-95" dirty="0">
                <a:solidFill>
                  <a:srgbClr val="292929"/>
                </a:solidFill>
                <a:latin typeface="Microsoft Sans Serif"/>
                <a:cs typeface="Microsoft Sans Serif"/>
              </a:rPr>
              <a:t>maps</a:t>
            </a:r>
            <a:r>
              <a:rPr sz="2200" spc="50" dirty="0">
                <a:solidFill>
                  <a:srgbClr val="292929"/>
                </a:solidFill>
                <a:latin typeface="Microsoft Sans Serif"/>
                <a:cs typeface="Microsoft Sans Serif"/>
              </a:rPr>
              <a:t> </a:t>
            </a:r>
            <a:r>
              <a:rPr sz="2200" spc="-35" dirty="0">
                <a:solidFill>
                  <a:srgbClr val="292929"/>
                </a:solidFill>
                <a:latin typeface="Microsoft Sans Serif"/>
                <a:cs typeface="Microsoft Sans Serif"/>
              </a:rPr>
              <a:t>on</a:t>
            </a:r>
            <a:r>
              <a:rPr sz="2200" spc="70" dirty="0">
                <a:solidFill>
                  <a:srgbClr val="292929"/>
                </a:solidFill>
                <a:latin typeface="Microsoft Sans Serif"/>
                <a:cs typeface="Microsoft Sans Serif"/>
              </a:rPr>
              <a:t> </a:t>
            </a:r>
            <a:r>
              <a:rPr sz="2200" spc="-65" dirty="0">
                <a:solidFill>
                  <a:srgbClr val="292929"/>
                </a:solidFill>
                <a:latin typeface="Microsoft Sans Serif"/>
                <a:cs typeface="Microsoft Sans Serif"/>
              </a:rPr>
              <a:t>Github,</a:t>
            </a:r>
            <a:r>
              <a:rPr sz="2200" spc="75" dirty="0">
                <a:solidFill>
                  <a:srgbClr val="292929"/>
                </a:solidFill>
                <a:latin typeface="Microsoft Sans Serif"/>
                <a:cs typeface="Microsoft Sans Serif"/>
              </a:rPr>
              <a:t> </a:t>
            </a:r>
            <a:r>
              <a:rPr sz="2200" spc="-75" dirty="0">
                <a:solidFill>
                  <a:srgbClr val="292929"/>
                </a:solidFill>
                <a:latin typeface="Microsoft Sans Serif"/>
                <a:cs typeface="Microsoft Sans Serif"/>
              </a:rPr>
              <a:t>so</a:t>
            </a:r>
            <a:r>
              <a:rPr sz="2200" spc="85" dirty="0">
                <a:solidFill>
                  <a:srgbClr val="292929"/>
                </a:solidFill>
                <a:latin typeface="Microsoft Sans Serif"/>
                <a:cs typeface="Microsoft Sans Serif"/>
              </a:rPr>
              <a:t> </a:t>
            </a:r>
            <a:r>
              <a:rPr sz="2200" spc="-110" dirty="0">
                <a:solidFill>
                  <a:srgbClr val="292929"/>
                </a:solidFill>
                <a:latin typeface="Microsoft Sans Serif"/>
                <a:cs typeface="Microsoft Sans Serif"/>
              </a:rPr>
              <a:t>I</a:t>
            </a:r>
            <a:r>
              <a:rPr sz="2200" spc="70" dirty="0">
                <a:solidFill>
                  <a:srgbClr val="292929"/>
                </a:solidFill>
                <a:latin typeface="Microsoft Sans Serif"/>
                <a:cs typeface="Microsoft Sans Serif"/>
              </a:rPr>
              <a:t> </a:t>
            </a:r>
            <a:r>
              <a:rPr sz="2200" spc="15" dirty="0">
                <a:solidFill>
                  <a:srgbClr val="292929"/>
                </a:solidFill>
                <a:latin typeface="Microsoft Sans Serif"/>
                <a:cs typeface="Microsoft Sans Serif"/>
              </a:rPr>
              <a:t>took</a:t>
            </a:r>
            <a:r>
              <a:rPr sz="2200" spc="65" dirty="0">
                <a:solidFill>
                  <a:srgbClr val="292929"/>
                </a:solidFill>
                <a:latin typeface="Microsoft Sans Serif"/>
                <a:cs typeface="Microsoft Sans Serif"/>
              </a:rPr>
              <a:t> </a:t>
            </a:r>
            <a:r>
              <a:rPr sz="2200" spc="-80" dirty="0">
                <a:solidFill>
                  <a:srgbClr val="292929"/>
                </a:solidFill>
                <a:latin typeface="Microsoft Sans Serif"/>
                <a:cs typeface="Microsoft Sans Serif"/>
              </a:rPr>
              <a:t>screenshots.</a:t>
            </a:r>
            <a:endParaRPr lang="en-IN" sz="2200" spc="-80" dirty="0">
              <a:solidFill>
                <a:srgbClr val="292929"/>
              </a:solidFill>
              <a:latin typeface="Microsoft Sans Serif"/>
              <a:cs typeface="Microsoft Sans Serif"/>
            </a:endParaRPr>
          </a:p>
          <a:p>
            <a:pPr marL="12700">
              <a:spcBef>
                <a:spcPts val="1440"/>
              </a:spcBef>
              <a:tabLst>
                <a:tab pos="240665" algn="l"/>
                <a:tab pos="241300" algn="l"/>
              </a:tabLst>
            </a:pPr>
            <a:r>
              <a:rPr lang="en-IN" sz="2200" spc="-80" dirty="0" err="1">
                <a:solidFill>
                  <a:srgbClr val="292929"/>
                </a:solidFill>
                <a:latin typeface="Microsoft Sans Serif"/>
                <a:cs typeface="Microsoft Sans Serif"/>
              </a:rPr>
              <a:t>Github</a:t>
            </a:r>
            <a:r>
              <a:rPr lang="en-IN" sz="2200" spc="-80" dirty="0">
                <a:solidFill>
                  <a:srgbClr val="292929"/>
                </a:solidFill>
                <a:latin typeface="Microsoft Sans Serif"/>
                <a:cs typeface="Microsoft Sans Serif"/>
              </a:rPr>
              <a:t> Link  : </a:t>
            </a:r>
            <a:r>
              <a:rPr lang="fr-FR" sz="2400" u="sng" spc="-15" dirty="0">
                <a:solidFill>
                  <a:srgbClr val="0462C1"/>
                </a:solidFill>
                <a:uFill>
                  <a:solidFill>
                    <a:srgbClr val="0462C1"/>
                  </a:solidFill>
                </a:uFill>
                <a:latin typeface="Microsoft Sans Serif"/>
                <a:cs typeface="Microsoft Sans Serif"/>
              </a:rPr>
              <a:t>https://github.com/ammansharrma/IBM-Professional-Certificate/tree/main/Applied%20Capstone%20Project</a:t>
            </a:r>
            <a:endParaRPr lang="fr-FR" sz="2400" dirty="0">
              <a:latin typeface="Microsoft Sans Serif"/>
              <a:cs typeface="Microsoft Sans Serif"/>
            </a:endParaRPr>
          </a:p>
          <a:p>
            <a:pPr marL="12700">
              <a:lnSpc>
                <a:spcPct val="100000"/>
              </a:lnSpc>
              <a:spcBef>
                <a:spcPts val="1440"/>
              </a:spcBef>
              <a:tabLst>
                <a:tab pos="240665" algn="l"/>
                <a:tab pos="241300" algn="l"/>
              </a:tabLst>
            </a:pPr>
            <a:endParaRPr sz="2200" dirty="0">
              <a:latin typeface="Microsoft Sans Serif"/>
              <a:cs typeface="Microsoft Sans Serif"/>
            </a:endParaRPr>
          </a:p>
        </p:txBody>
      </p:sp>
    </p:spTree>
    <p:extLst>
      <p:ext uri="{BB962C8B-B14F-4D97-AF65-F5344CB8AC3E}">
        <p14:creationId xmlns:p14="http://schemas.microsoft.com/office/powerpoint/2010/main" val="34100085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949</TotalTime>
  <Words>2576</Words>
  <Application>Microsoft Office PowerPoint</Application>
  <PresentationFormat>Widescreen</PresentationFormat>
  <Paragraphs>407</Paragraphs>
  <Slides>48</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Abadi</vt:lpstr>
      <vt:lpstr>Arial</vt:lpstr>
      <vt:lpstr>Arial MT</vt:lpstr>
      <vt:lpstr>Calibri</vt:lpstr>
      <vt:lpstr>Courier New</vt:lpstr>
      <vt:lpstr>IBM Plex Mono SemiBold</vt:lpstr>
      <vt:lpstr>Microsoft Sans Serif</vt:lpstr>
      <vt:lpstr>Times New Roman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&lt;Title&gt;</dc:title>
  <dc:creator>YAN Luo</dc:creator>
  <cp:lastModifiedBy>A Sharrma</cp:lastModifiedBy>
  <cp:revision>199</cp:revision>
  <dcterms:created xsi:type="dcterms:W3CDTF">2021-04-29T18:58:34Z</dcterms:created>
  <dcterms:modified xsi:type="dcterms:W3CDTF">2024-10-18T06:30:23Z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